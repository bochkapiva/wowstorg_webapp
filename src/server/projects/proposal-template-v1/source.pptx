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57" r:id="rId2"/>
    <p:sldId id="293" r:id="rId3"/>
    <p:sldId id="294" r:id="rId4"/>
    <p:sldId id="295" r:id="rId5"/>
    <p:sldId id="296" r:id="rId6"/>
    <p:sldId id="297" r:id="rId7"/>
    <p:sldId id="298" r:id="rId8"/>
    <p:sldId id="299" r:id="rId9"/>
    <p:sldId id="300" r:id="rId10"/>
    <p:sldId id="301" r:id="rId11"/>
    <p:sldId id="302" r:id="rId12"/>
    <p:sldId id="303" r:id="rId13"/>
    <p:sldId id="292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2F85"/>
    <a:srgbClr val="FFE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96304" autoAdjust="0"/>
  </p:normalViewPr>
  <p:slideViewPr>
    <p:cSldViewPr snapToGrid="0">
      <p:cViewPr varScale="1">
        <p:scale>
          <a:sx n="108" d="100"/>
          <a:sy n="108" d="100"/>
        </p:scale>
        <p:origin x="108" y="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17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A22C1532-B3CD-4996-B22E-A89E8F3DFE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1DDAF80-9FA7-4550-9BD7-8662C29207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B78A19-05A1-4913-AB25-4DBA032000B0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9DF3213-396D-488D-98D0-92775F29295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79FF935-FA10-4791-A8D3-93FCC523B10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79F9-9751-4074-B260-8F1F5DC1DC2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6431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B36058-99CE-4024-AD4E-2636A0353FA9}" type="datetimeFigureOut">
              <a:rPr lang="ru-RU" smtClean="0"/>
              <a:t>08.10.2026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60A59-4E98-412F-BE43-E72859834C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8126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oleObject" Target="../embeddings/oleObject1.bin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emf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.emf"/><Relationship Id="rId11" Type="http://schemas.openxmlformats.org/officeDocument/2006/relationships/image" Target="../media/image16.png"/><Relationship Id="rId5" Type="http://schemas.openxmlformats.org/officeDocument/2006/relationships/oleObject" Target="../embeddings/oleObject4.bin"/><Relationship Id="rId10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.emf"/><Relationship Id="rId11" Type="http://schemas.openxmlformats.org/officeDocument/2006/relationships/image" Target="../media/image16.png"/><Relationship Id="rId5" Type="http://schemas.openxmlformats.org/officeDocument/2006/relationships/oleObject" Target="../embeddings/oleObject5.bin"/><Relationship Id="rId10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.emf"/><Relationship Id="rId11" Type="http://schemas.openxmlformats.org/officeDocument/2006/relationships/image" Target="../media/image15.png"/><Relationship Id="rId5" Type="http://schemas.openxmlformats.org/officeDocument/2006/relationships/oleObject" Target="../embeddings/oleObject6.bin"/><Relationship Id="rId10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.emf"/><Relationship Id="rId11" Type="http://schemas.openxmlformats.org/officeDocument/2006/relationships/image" Target="../media/image16.png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.emf"/><Relationship Id="rId11" Type="http://schemas.openxmlformats.org/officeDocument/2006/relationships/image" Target="../media/image16.png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10" Type="http://schemas.openxmlformats.org/officeDocument/2006/relationships/image" Target="../media/image15.png"/><Relationship Id="rId4" Type="http://schemas.openxmlformats.org/officeDocument/2006/relationships/image" Target="../media/image17.emf"/><Relationship Id="rId9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6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.emf"/><Relationship Id="rId11" Type="http://schemas.openxmlformats.org/officeDocument/2006/relationships/image" Target="../media/image18.png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7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12" Type="http://schemas.openxmlformats.org/officeDocument/2006/relationships/image" Target="../media/image16.pn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4.emf"/><Relationship Id="rId11" Type="http://schemas.openxmlformats.org/officeDocument/2006/relationships/image" Target="../media/image18.png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7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1262D79-E279-4071-B732-C1572FFE7F6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786D0F7-81FB-4915-BAB5-82D047B12C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837" y="1227945"/>
            <a:ext cx="4278325" cy="3064655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D8F2C8A-8D02-4F75-82AB-F73C7A2F777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" y="-38098"/>
            <a:ext cx="862981" cy="693419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60307DB-7672-4F83-AE3F-5E01527AB9A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348067" y="-38100"/>
            <a:ext cx="862981" cy="693419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DAF49CF-D8FE-4194-8B08-CECE9A055DE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8617" y="4800216"/>
            <a:ext cx="4585899" cy="8867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2AC22B4-0753-4486-A38B-07698234FEEB}"/>
              </a:ext>
            </a:extLst>
          </p:cNvPr>
          <p:cNvSpPr txBox="1"/>
          <p:nvPr userDrawn="1"/>
        </p:nvSpPr>
        <p:spPr>
          <a:xfrm>
            <a:off x="3968910" y="4590661"/>
            <a:ext cx="40223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>
                <a:latin typeface="Oks Free" panose="02000506030000020004" pitchFamily="50" charset="-52"/>
              </a:rPr>
              <a:t>ЯРКИЕ ЭМОЦИИ</a:t>
            </a:r>
          </a:p>
        </p:txBody>
      </p:sp>
    </p:spTree>
    <p:extLst>
      <p:ext uri="{BB962C8B-B14F-4D97-AF65-F5344CB8AC3E}">
        <p14:creationId xmlns:p14="http://schemas.microsoft.com/office/powerpoint/2010/main" val="2880992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60A1499-1876-46A8-B352-0102E54368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E855357-7219-4F15-AACD-7A6DB51FD9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837" y="1227945"/>
            <a:ext cx="4278325" cy="306465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CEB494-B28E-4A91-A1AB-C82BFC133E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" y="-38098"/>
            <a:ext cx="862981" cy="693419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BB7B902-6FA2-4412-B34F-4222E92D92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348067" y="-38100"/>
            <a:ext cx="862981" cy="6934198"/>
          </a:xfrm>
          <a:prstGeom prst="rect">
            <a:avLst/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BF53093-5182-43FF-967A-937D998AD87B}"/>
              </a:ext>
            </a:extLst>
          </p:cNvPr>
          <p:cNvSpPr/>
          <p:nvPr userDrawn="1"/>
        </p:nvSpPr>
        <p:spPr>
          <a:xfrm>
            <a:off x="3168316" y="4419466"/>
            <a:ext cx="5855368" cy="45719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AB2974-7961-4359-87AB-133C9B016657}"/>
              </a:ext>
            </a:extLst>
          </p:cNvPr>
          <p:cNvSpPr txBox="1"/>
          <p:nvPr userDrawn="1"/>
        </p:nvSpPr>
        <p:spPr>
          <a:xfrm>
            <a:off x="3034966" y="4842676"/>
            <a:ext cx="611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  <a:latin typeface="Pixeloid Sans" panose="020B0600000000000000" pitchFamily="34" charset="0"/>
                <a:ea typeface="Pixeloid Sans" panose="020B0600000000000000" pitchFamily="34" charset="0"/>
              </a:rPr>
              <a:t>▪Аттракционы ▪ </a:t>
            </a:r>
            <a:r>
              <a:rPr lang="ru-RU" dirty="0" err="1">
                <a:solidFill>
                  <a:schemeClr val="bg1"/>
                </a:solidFill>
                <a:latin typeface="Pixeloid Sans" panose="020B0600000000000000" pitchFamily="34" charset="0"/>
                <a:ea typeface="Pixeloid Sans" panose="020B0600000000000000" pitchFamily="34" charset="0"/>
              </a:rPr>
              <a:t>Тимбилдинги</a:t>
            </a:r>
            <a:r>
              <a:rPr lang="ru-RU" dirty="0">
                <a:solidFill>
                  <a:schemeClr val="bg1"/>
                </a:solidFill>
                <a:latin typeface="Pixeloid Sans" panose="020B0600000000000000" pitchFamily="34" charset="0"/>
                <a:ea typeface="Pixeloid Sans" panose="020B0600000000000000" pitchFamily="34" charset="0"/>
              </a:rPr>
              <a:t> ▪ Корпоративы </a:t>
            </a:r>
            <a:br>
              <a:rPr lang="ru-RU" dirty="0">
                <a:solidFill>
                  <a:schemeClr val="bg1"/>
                </a:solidFill>
                <a:latin typeface="Pixeloid Sans" panose="020B0600000000000000" pitchFamily="34" charset="0"/>
                <a:ea typeface="Pixeloid Sans" panose="020B0600000000000000" pitchFamily="34" charset="0"/>
              </a:rPr>
            </a:br>
            <a:r>
              <a:rPr lang="ru-RU" dirty="0">
                <a:solidFill>
                  <a:schemeClr val="bg1"/>
                </a:solidFill>
                <a:latin typeface="Pixeloid Sans" panose="020B0600000000000000" pitchFamily="34" charset="0"/>
                <a:ea typeface="Pixeloid Sans" panose="020B0600000000000000" pitchFamily="34" charset="0"/>
              </a:rPr>
              <a:t>▪ Вечеринки ▪ Оборудование для аренды</a:t>
            </a:r>
          </a:p>
        </p:txBody>
      </p:sp>
    </p:spTree>
    <p:extLst>
      <p:ext uri="{BB962C8B-B14F-4D97-AF65-F5344CB8AC3E}">
        <p14:creationId xmlns:p14="http://schemas.microsoft.com/office/powerpoint/2010/main" val="2648234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F1B4E25-D5C3-41A3-AA89-55B4C515274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E83F6A-B4B7-457B-B96F-5E120754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7184" y="2929773"/>
            <a:ext cx="6717632" cy="83803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E7B806E-C456-4C87-B626-82F4475E5748}"/>
              </a:ext>
            </a:extLst>
          </p:cNvPr>
          <p:cNvSpPr/>
          <p:nvPr userDrawn="1"/>
        </p:nvSpPr>
        <p:spPr>
          <a:xfrm>
            <a:off x="3168316" y="4070550"/>
            <a:ext cx="5855368" cy="45719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18" name="Объект 17">
            <a:extLst>
              <a:ext uri="{FF2B5EF4-FFF2-40B4-BE49-F238E27FC236}">
                <a16:creationId xmlns:a16="http://schemas.microsoft.com/office/drawing/2014/main" id="{BE26C57A-FF4B-4D6D-BD05-0F2C7735E4BE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2145164148"/>
              </p:ext>
            </p:extLst>
          </p:nvPr>
        </p:nvGraphicFramePr>
        <p:xfrm>
          <a:off x="2242718" y="1950617"/>
          <a:ext cx="864850" cy="254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31" name="CorelDRAW" r:id="rId3" imgW="443262" imgH="130424" progId="CorelDraw.Graphic.22">
                  <p:embed/>
                </p:oleObj>
              </mc:Choice>
              <mc:Fallback>
                <p:oleObj name="CorelDRAW" r:id="rId3" imgW="443262" imgH="130424" progId="CorelDraw.Graphic.22">
                  <p:embed/>
                  <p:pic>
                    <p:nvPicPr>
                      <p:cNvPr id="26" name="Объект 25">
                        <a:extLst>
                          <a:ext uri="{FF2B5EF4-FFF2-40B4-BE49-F238E27FC236}">
                            <a16:creationId xmlns:a16="http://schemas.microsoft.com/office/drawing/2014/main" id="{2B14064E-567B-42B5-B010-893B4EE1A0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242718" y="1950617"/>
                        <a:ext cx="864850" cy="2541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8DA3C51-D43B-4930-BD67-92728F436996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2426" y="5016570"/>
            <a:ext cx="1867149" cy="133747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05F2E8-DC7E-44E2-B382-131BAB9579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>
            <a:off x="8631368" y="-1"/>
            <a:ext cx="1352217" cy="906603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7D77E01F-2C3B-4AFC-9B89-8C89D42112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 rot="10800000">
            <a:off x="702651" y="5950304"/>
            <a:ext cx="1352217" cy="906603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3A86D4D3-3C84-4892-9CD7-644BF89FB84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7144" y="1962011"/>
            <a:ext cx="448892" cy="454434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482AD38C-D751-49FE-B7E3-5FF5972331A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9677" y="688485"/>
            <a:ext cx="953202" cy="338054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90B27D1B-05D3-4919-A570-958CE08B1EB0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877" y="4759432"/>
            <a:ext cx="446121" cy="41564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E68955D0-1E4E-48AD-847A-4D0B52B13990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9802" y="1660474"/>
            <a:ext cx="446121" cy="415640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5230EE96-CD70-452C-824E-79F65ACDBF1A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953" y="2396432"/>
            <a:ext cx="435037" cy="917180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C02814A6-07F5-4538-9A7E-9C7FFF7BA7E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7987" y="3725385"/>
            <a:ext cx="487685" cy="897783"/>
          </a:xfrm>
          <a:prstGeom prst="rect">
            <a:avLst/>
          </a:prstGeom>
        </p:spPr>
      </p:pic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E5ECD0E1-DAFE-4E36-9002-7B07BF5241E9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708" y="475383"/>
            <a:ext cx="1759544" cy="1759544"/>
          </a:xfrm>
          <a:prstGeom prst="rect">
            <a:avLst/>
          </a:prstGeom>
        </p:spPr>
      </p:pic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C3B9DE01-D2EB-4F51-8EA5-2542F0C497B8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9972464" y="4687094"/>
            <a:ext cx="1759544" cy="1759544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C33DB5D8-3B83-4C80-8B39-0F083014DCFD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431" y="1053567"/>
            <a:ext cx="1385468" cy="180111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6DA7173E-A4FD-4F0D-B196-A0184009F715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0851" y="5667486"/>
            <a:ext cx="1385468" cy="180111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7668D79A-00C1-4BFC-BFF1-609AD9982B17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388" y="391332"/>
            <a:ext cx="512623" cy="515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56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DFE4300A-8B07-4391-A74C-D4CA69B0AC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58FFC2C-32F3-47BD-8351-DFD239EABAA4}"/>
              </a:ext>
            </a:extLst>
          </p:cNvPr>
          <p:cNvSpPr/>
          <p:nvPr userDrawn="1"/>
        </p:nvSpPr>
        <p:spPr>
          <a:xfrm>
            <a:off x="722596" y="2352214"/>
            <a:ext cx="4287521" cy="3069026"/>
          </a:xfrm>
          <a:prstGeom prst="rect">
            <a:avLst/>
          </a:prstGeom>
          <a:solidFill>
            <a:srgbClr val="FFEC00"/>
          </a:solidFill>
          <a:ln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B66A1ED-B01F-41C5-867B-946BB1EBAE46}"/>
              </a:ext>
            </a:extLst>
          </p:cNvPr>
          <p:cNvSpPr/>
          <p:nvPr userDrawn="1"/>
        </p:nvSpPr>
        <p:spPr>
          <a:xfrm>
            <a:off x="6368902" y="5978173"/>
            <a:ext cx="5823098" cy="879827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835375-B1DD-4738-BEE7-10966E8C85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1022"/>
            <a:ext cx="10515600" cy="68519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B438AD6D-0E6D-4304-A5E0-EEB7521654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200" y="1769784"/>
            <a:ext cx="4562475" cy="3511886"/>
          </a:xfrm>
          <a:prstGeom prst="rect">
            <a:avLst/>
          </a:prstGeom>
          <a:solidFill>
            <a:schemeClr val="bg2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19" name="Текст 3">
            <a:extLst>
              <a:ext uri="{FF2B5EF4-FFF2-40B4-BE49-F238E27FC236}">
                <a16:creationId xmlns:a16="http://schemas.microsoft.com/office/drawing/2014/main" id="{696EABE3-6E8A-46E5-81C5-7887A2A9404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962651" y="1769784"/>
            <a:ext cx="5391149" cy="3511886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Текст слайда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05695EF-6650-4111-BA0C-A93B7939BE8F}"/>
              </a:ext>
            </a:extLst>
          </p:cNvPr>
          <p:cNvSpPr/>
          <p:nvPr userDrawn="1"/>
        </p:nvSpPr>
        <p:spPr>
          <a:xfrm>
            <a:off x="5962651" y="5723572"/>
            <a:ext cx="6229350" cy="919867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15CD53-9757-48F5-BD37-3768B8E11E83}"/>
              </a:ext>
            </a:extLst>
          </p:cNvPr>
          <p:cNvSpPr txBox="1"/>
          <p:nvPr userDrawn="1"/>
        </p:nvSpPr>
        <p:spPr>
          <a:xfrm>
            <a:off x="8277855" y="5499337"/>
            <a:ext cx="3311688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ru-RU" sz="6000" b="0" dirty="0">
                <a:solidFill>
                  <a:schemeClr val="bg2"/>
                </a:solidFill>
                <a:latin typeface="+mj-lt"/>
              </a:rPr>
              <a:t>КОНЦЕПЦИЯ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6A5F706-431B-4A29-94A8-3F6B39455623}"/>
              </a:ext>
            </a:extLst>
          </p:cNvPr>
          <p:cNvSpPr/>
          <p:nvPr userDrawn="1"/>
        </p:nvSpPr>
        <p:spPr>
          <a:xfrm>
            <a:off x="5823099" y="6602004"/>
            <a:ext cx="6368901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10983D93-FBD7-4A9B-9F51-7EA12395DD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>
            <a:off x="8631368" y="-1"/>
            <a:ext cx="1352217" cy="906603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4BBD81BF-A42D-425D-8978-2D07D6F26F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 rot="10800000">
            <a:off x="702651" y="5950304"/>
            <a:ext cx="1352217" cy="906603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D45D8D03-3359-4866-97B6-0A1D71F2091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664" y="314325"/>
            <a:ext cx="605045" cy="608316"/>
          </a:xfrm>
          <a:prstGeom prst="rect">
            <a:avLst/>
          </a:prstGeom>
        </p:spPr>
      </p:pic>
      <p:graphicFrame>
        <p:nvGraphicFramePr>
          <p:cNvPr id="32" name="Объект 31">
            <a:extLst>
              <a:ext uri="{FF2B5EF4-FFF2-40B4-BE49-F238E27FC236}">
                <a16:creationId xmlns:a16="http://schemas.microsoft.com/office/drawing/2014/main" id="{810F00DC-487C-443B-9385-E46D0466D085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2130503533"/>
              </p:ext>
            </p:extLst>
          </p:nvPr>
        </p:nvGraphicFramePr>
        <p:xfrm>
          <a:off x="10212876" y="1234378"/>
          <a:ext cx="1139950" cy="335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81" name="CorelDRAW" r:id="rId5" imgW="443262" imgH="130424" progId="CorelDraw.Graphic.22">
                  <p:embed/>
                </p:oleObj>
              </mc:Choice>
              <mc:Fallback>
                <p:oleObj name="CorelDRAW" r:id="rId5" imgW="443262" imgH="130424" progId="CorelDraw.Graphic.22">
                  <p:embed/>
                  <p:pic>
                    <p:nvPicPr>
                      <p:cNvPr id="61" name="Объект 60">
                        <a:extLst>
                          <a:ext uri="{FF2B5EF4-FFF2-40B4-BE49-F238E27FC236}">
                            <a16:creationId xmlns:a16="http://schemas.microsoft.com/office/drawing/2014/main" id="{4A8470A2-3DA0-4873-8ABE-BFB21906D1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212876" y="1234378"/>
                        <a:ext cx="1139950" cy="335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58971EB6-EF59-4EC6-B1E1-271B458753B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89" y="5215779"/>
            <a:ext cx="446121" cy="41564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70E5DC4-8F3D-48F7-AE0F-47BF64738AE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03514">
            <a:off x="2499176" y="5771328"/>
            <a:ext cx="435037" cy="917180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C34E9056-3244-4F12-B977-016EC9F5EC8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4175" y="5332595"/>
            <a:ext cx="448892" cy="454434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0427E11E-3E73-41DC-9F3C-20C8198F604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302" y="6015142"/>
            <a:ext cx="448892" cy="454434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F12ECAA3-4D63-46CE-8B54-F84D0559624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504" y="5396052"/>
            <a:ext cx="1692916" cy="1212672"/>
          </a:xfrm>
          <a:prstGeom prst="rect">
            <a:avLst/>
          </a:prstGeom>
        </p:spPr>
      </p:pic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D79BE05D-24D4-4434-9127-1FBCDD9E0EEE}"/>
              </a:ext>
            </a:extLst>
          </p:cNvPr>
          <p:cNvSpPr/>
          <p:nvPr userDrawn="1"/>
        </p:nvSpPr>
        <p:spPr>
          <a:xfrm flipV="1">
            <a:off x="-1" y="1113928"/>
            <a:ext cx="6693568" cy="45719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4989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DFE4300A-8B07-4391-A74C-D4CA69B0AC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58FFC2C-32F3-47BD-8351-DFD239EABAA4}"/>
              </a:ext>
            </a:extLst>
          </p:cNvPr>
          <p:cNvSpPr/>
          <p:nvPr userDrawn="1"/>
        </p:nvSpPr>
        <p:spPr>
          <a:xfrm>
            <a:off x="722596" y="2352214"/>
            <a:ext cx="4287521" cy="3069026"/>
          </a:xfrm>
          <a:prstGeom prst="rect">
            <a:avLst/>
          </a:prstGeom>
          <a:solidFill>
            <a:srgbClr val="FFEC00"/>
          </a:solidFill>
          <a:ln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B66A1ED-B01F-41C5-867B-946BB1EBAE46}"/>
              </a:ext>
            </a:extLst>
          </p:cNvPr>
          <p:cNvSpPr/>
          <p:nvPr userDrawn="1"/>
        </p:nvSpPr>
        <p:spPr>
          <a:xfrm>
            <a:off x="6368902" y="5978173"/>
            <a:ext cx="5823098" cy="879827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835375-B1DD-4738-BEE7-10966E8C85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1022"/>
            <a:ext cx="10515600" cy="68519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18" name="Рисунок 2">
            <a:extLst>
              <a:ext uri="{FF2B5EF4-FFF2-40B4-BE49-F238E27FC236}">
                <a16:creationId xmlns:a16="http://schemas.microsoft.com/office/drawing/2014/main" id="{B438AD6D-0E6D-4304-A5E0-EEB7521654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200" y="1769784"/>
            <a:ext cx="4562475" cy="3511886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19" name="Текст 3">
            <a:extLst>
              <a:ext uri="{FF2B5EF4-FFF2-40B4-BE49-F238E27FC236}">
                <a16:creationId xmlns:a16="http://schemas.microsoft.com/office/drawing/2014/main" id="{696EABE3-6E8A-46E5-81C5-7887A2A9404C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962651" y="1769784"/>
            <a:ext cx="5391149" cy="3511886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Текст слайда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A05695EF-6650-4111-BA0C-A93B7939BE8F}"/>
              </a:ext>
            </a:extLst>
          </p:cNvPr>
          <p:cNvSpPr/>
          <p:nvPr userDrawn="1"/>
        </p:nvSpPr>
        <p:spPr>
          <a:xfrm>
            <a:off x="5962651" y="5723572"/>
            <a:ext cx="6229350" cy="919867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15CD53-9757-48F5-BD37-3768B8E11E83}"/>
              </a:ext>
            </a:extLst>
          </p:cNvPr>
          <p:cNvSpPr txBox="1"/>
          <p:nvPr userDrawn="1"/>
        </p:nvSpPr>
        <p:spPr>
          <a:xfrm>
            <a:off x="8277855" y="5499337"/>
            <a:ext cx="3311688" cy="101566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ru-RU" sz="6000" b="0" dirty="0">
                <a:solidFill>
                  <a:schemeClr val="bg2"/>
                </a:solidFill>
                <a:latin typeface="+mj-lt"/>
              </a:rPr>
              <a:t>КОНЦЕПЦИЯ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D6A5F706-431B-4A29-94A8-3F6B39455623}"/>
              </a:ext>
            </a:extLst>
          </p:cNvPr>
          <p:cNvSpPr/>
          <p:nvPr userDrawn="1"/>
        </p:nvSpPr>
        <p:spPr>
          <a:xfrm>
            <a:off x="5823099" y="6602004"/>
            <a:ext cx="6368901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10983D93-FBD7-4A9B-9F51-7EA12395DD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>
            <a:off x="8631368" y="-1"/>
            <a:ext cx="1352217" cy="906603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4BBD81BF-A42D-425D-8978-2D07D6F26F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 rot="10800000">
            <a:off x="702651" y="5950304"/>
            <a:ext cx="1352217" cy="906603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D45D8D03-3359-4866-97B6-0A1D71F2091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664" y="314325"/>
            <a:ext cx="605045" cy="608316"/>
          </a:xfrm>
          <a:prstGeom prst="rect">
            <a:avLst/>
          </a:prstGeom>
        </p:spPr>
      </p:pic>
      <p:graphicFrame>
        <p:nvGraphicFramePr>
          <p:cNvPr id="32" name="Объект 31">
            <a:extLst>
              <a:ext uri="{FF2B5EF4-FFF2-40B4-BE49-F238E27FC236}">
                <a16:creationId xmlns:a16="http://schemas.microsoft.com/office/drawing/2014/main" id="{810F00DC-487C-443B-9385-E46D0466D085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293508777"/>
              </p:ext>
            </p:extLst>
          </p:nvPr>
        </p:nvGraphicFramePr>
        <p:xfrm>
          <a:off x="10212876" y="1234378"/>
          <a:ext cx="1139950" cy="335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46" name="CorelDRAW" r:id="rId5" imgW="443262" imgH="130424" progId="CorelDraw.Graphic.22">
                  <p:embed/>
                </p:oleObj>
              </mc:Choice>
              <mc:Fallback>
                <p:oleObj name="CorelDRAW" r:id="rId5" imgW="443262" imgH="130424" progId="CorelDraw.Graphic.22">
                  <p:embed/>
                  <p:pic>
                    <p:nvPicPr>
                      <p:cNvPr id="32" name="Объект 31">
                        <a:extLst>
                          <a:ext uri="{FF2B5EF4-FFF2-40B4-BE49-F238E27FC236}">
                            <a16:creationId xmlns:a16="http://schemas.microsoft.com/office/drawing/2014/main" id="{810F00DC-487C-443B-9385-E46D0466D0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212876" y="1234378"/>
                        <a:ext cx="1139950" cy="335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58971EB6-EF59-4EC6-B1E1-271B458753B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89" y="5215779"/>
            <a:ext cx="446121" cy="415640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C70E5DC4-8F3D-48F7-AE0F-47BF64738AE7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03514">
            <a:off x="2499176" y="5771328"/>
            <a:ext cx="435037" cy="917180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0427E11E-3E73-41DC-9F3C-20C8198F604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302" y="6015142"/>
            <a:ext cx="448892" cy="454434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F12ECAA3-4D63-46CE-8B54-F84D0559624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504" y="5396052"/>
            <a:ext cx="1692916" cy="1212672"/>
          </a:xfrm>
          <a:prstGeom prst="rect">
            <a:avLst/>
          </a:prstGeom>
        </p:spPr>
      </p:pic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D79BE05D-24D4-4434-9127-1FBCDD9E0EEE}"/>
              </a:ext>
            </a:extLst>
          </p:cNvPr>
          <p:cNvSpPr/>
          <p:nvPr userDrawn="1"/>
        </p:nvSpPr>
        <p:spPr>
          <a:xfrm flipV="1">
            <a:off x="-1" y="1113928"/>
            <a:ext cx="6693568" cy="45719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5D42042A-2700-48D4-A770-261C9412AB36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94175" y="5332595"/>
            <a:ext cx="448892" cy="454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8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604F006-3F59-462F-97DA-7EEC83BD3E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33AA50C-9DF1-4DAC-BDE3-EF6F091FAD1F}"/>
              </a:ext>
            </a:extLst>
          </p:cNvPr>
          <p:cNvSpPr/>
          <p:nvPr userDrawn="1"/>
        </p:nvSpPr>
        <p:spPr>
          <a:xfrm>
            <a:off x="5592726" y="5978173"/>
            <a:ext cx="6599274" cy="879827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Заголовок 1">
            <a:extLst>
              <a:ext uri="{FF2B5EF4-FFF2-40B4-BE49-F238E27FC236}">
                <a16:creationId xmlns:a16="http://schemas.microsoft.com/office/drawing/2014/main" id="{707A50E4-E8C0-4923-A568-FAFD9057F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1022"/>
            <a:ext cx="10515600" cy="68519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C33275D3-2A06-40FE-B3BD-DE9335308107}"/>
              </a:ext>
            </a:extLst>
          </p:cNvPr>
          <p:cNvSpPr/>
          <p:nvPr userDrawn="1"/>
        </p:nvSpPr>
        <p:spPr>
          <a:xfrm>
            <a:off x="5433389" y="5723572"/>
            <a:ext cx="6758612" cy="919867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759F9563-860D-474A-8507-E600BA0F0891}"/>
              </a:ext>
            </a:extLst>
          </p:cNvPr>
          <p:cNvSpPr/>
          <p:nvPr userDrawn="1"/>
        </p:nvSpPr>
        <p:spPr>
          <a:xfrm>
            <a:off x="5049693" y="6602004"/>
            <a:ext cx="7142307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C7DCE2F-C252-4FC4-8FA5-2805E59DC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>
            <a:off x="8631368" y="-1"/>
            <a:ext cx="1352217" cy="906603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16E9E56-F21A-408C-B017-B13FFDEFD6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 rot="10800000">
            <a:off x="702651" y="5950304"/>
            <a:ext cx="1352217" cy="906603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3F2C2A63-A305-4298-AC01-D6C46A0675F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664" y="314325"/>
            <a:ext cx="605045" cy="608316"/>
          </a:xfrm>
          <a:prstGeom prst="rect">
            <a:avLst/>
          </a:prstGeom>
        </p:spPr>
      </p:pic>
      <p:graphicFrame>
        <p:nvGraphicFramePr>
          <p:cNvPr id="25" name="Объект 24">
            <a:extLst>
              <a:ext uri="{FF2B5EF4-FFF2-40B4-BE49-F238E27FC236}">
                <a16:creationId xmlns:a16="http://schemas.microsoft.com/office/drawing/2014/main" id="{7C6F134E-F0E2-4578-8327-77FE1ACD76F6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2027992572"/>
              </p:ext>
            </p:extLst>
          </p:nvPr>
        </p:nvGraphicFramePr>
        <p:xfrm>
          <a:off x="10212876" y="1234378"/>
          <a:ext cx="1139950" cy="335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637" name="CorelDRAW" r:id="rId5" imgW="443262" imgH="130424" progId="CorelDraw.Graphic.22">
                  <p:embed/>
                </p:oleObj>
              </mc:Choice>
              <mc:Fallback>
                <p:oleObj name="CorelDRAW" r:id="rId5" imgW="443262" imgH="130424" progId="CorelDraw.Graphic.22">
                  <p:embed/>
                  <p:pic>
                    <p:nvPicPr>
                      <p:cNvPr id="32" name="Объект 31">
                        <a:extLst>
                          <a:ext uri="{FF2B5EF4-FFF2-40B4-BE49-F238E27FC236}">
                            <a16:creationId xmlns:a16="http://schemas.microsoft.com/office/drawing/2014/main" id="{810F00DC-487C-443B-9385-E46D0466D0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212876" y="1234378"/>
                        <a:ext cx="1139950" cy="335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56938C1-DBF3-46D9-A34C-7744E83C37C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00" y="5291195"/>
            <a:ext cx="446121" cy="41564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0B8F99E7-A38D-4680-BC89-71897AAD31A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03514">
            <a:off x="2499176" y="5771328"/>
            <a:ext cx="435037" cy="91718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4BAB75B-0CFA-47BE-83F8-5B7218EECF7A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302" y="6015142"/>
            <a:ext cx="448892" cy="454434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040F4D3F-43C5-4945-8820-8784BCE6122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694" y="5343968"/>
            <a:ext cx="1692916" cy="1212672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DC24C749-DD1F-4DED-B890-CA605795EE57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376" y="6010224"/>
            <a:ext cx="687192" cy="559729"/>
          </a:xfrm>
          <a:prstGeom prst="rect">
            <a:avLst/>
          </a:prstGeom>
        </p:spPr>
      </p:pic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5CA36ACD-9BCE-4103-A163-67A02CDAB31D}"/>
              </a:ext>
            </a:extLst>
          </p:cNvPr>
          <p:cNvSpPr/>
          <p:nvPr userDrawn="1"/>
        </p:nvSpPr>
        <p:spPr>
          <a:xfrm flipV="1">
            <a:off x="0" y="1113928"/>
            <a:ext cx="6693568" cy="45719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1A1E289-1E2D-4686-B018-8FF772AF65B8}"/>
              </a:ext>
            </a:extLst>
          </p:cNvPr>
          <p:cNvSpPr/>
          <p:nvPr userDrawn="1"/>
        </p:nvSpPr>
        <p:spPr>
          <a:xfrm flipH="1">
            <a:off x="6693566" y="2531075"/>
            <a:ext cx="356879" cy="2389322"/>
          </a:xfrm>
          <a:prstGeom prst="rect">
            <a:avLst/>
          </a:prstGeom>
          <a:solidFill>
            <a:srgbClr val="FFEC00"/>
          </a:solidFill>
          <a:ln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4" name="Текст 3">
            <a:extLst>
              <a:ext uri="{FF2B5EF4-FFF2-40B4-BE49-F238E27FC236}">
                <a16:creationId xmlns:a16="http://schemas.microsoft.com/office/drawing/2014/main" id="{54996E6E-44FE-446F-8C07-C26C02C0B68E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9649" y="1906072"/>
            <a:ext cx="5391149" cy="337559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Текст слайда</a:t>
            </a:r>
          </a:p>
        </p:txBody>
      </p:sp>
      <p:sp>
        <p:nvSpPr>
          <p:cNvPr id="35" name="Рисунок 2">
            <a:extLst>
              <a:ext uri="{FF2B5EF4-FFF2-40B4-BE49-F238E27FC236}">
                <a16:creationId xmlns:a16="http://schemas.microsoft.com/office/drawing/2014/main" id="{4B589438-4946-4E07-9415-BE3910624F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99876" y="1941261"/>
            <a:ext cx="4562475" cy="424714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865288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604F006-3F59-462F-97DA-7EEC83BD3E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3D8E3810-7050-43C5-BABF-A86E401B8C16}"/>
              </a:ext>
            </a:extLst>
          </p:cNvPr>
          <p:cNvSpPr/>
          <p:nvPr userDrawn="1"/>
        </p:nvSpPr>
        <p:spPr>
          <a:xfrm flipV="1">
            <a:off x="0" y="1113928"/>
            <a:ext cx="6693568" cy="45719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222A061-9D95-4EA7-8BD1-B3EA2910CF1E}"/>
              </a:ext>
            </a:extLst>
          </p:cNvPr>
          <p:cNvSpPr/>
          <p:nvPr userDrawn="1"/>
        </p:nvSpPr>
        <p:spPr>
          <a:xfrm>
            <a:off x="-3129" y="1616885"/>
            <a:ext cx="5000431" cy="45719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F1931B02-C568-4C25-A1AA-CDC39170D3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1022"/>
            <a:ext cx="10515600" cy="1238766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две строки</a:t>
            </a:r>
            <a:br>
              <a:rPr lang="ru-RU" dirty="0"/>
            </a:br>
            <a:endParaRPr lang="ru-RU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83952A9-D346-49CD-A5A1-1325430D0EEC}"/>
              </a:ext>
            </a:extLst>
          </p:cNvPr>
          <p:cNvSpPr/>
          <p:nvPr userDrawn="1"/>
        </p:nvSpPr>
        <p:spPr>
          <a:xfrm>
            <a:off x="5592726" y="5978173"/>
            <a:ext cx="6599274" cy="879827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FF91517-2451-48AB-AF07-74DAAA27E60B}"/>
              </a:ext>
            </a:extLst>
          </p:cNvPr>
          <p:cNvSpPr/>
          <p:nvPr userDrawn="1"/>
        </p:nvSpPr>
        <p:spPr>
          <a:xfrm>
            <a:off x="5433389" y="5723572"/>
            <a:ext cx="6758612" cy="919867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9E6C01F-FB77-4F4F-BCFE-EA2FE8F5814D}"/>
              </a:ext>
            </a:extLst>
          </p:cNvPr>
          <p:cNvSpPr/>
          <p:nvPr userDrawn="1"/>
        </p:nvSpPr>
        <p:spPr>
          <a:xfrm>
            <a:off x="5049693" y="6602004"/>
            <a:ext cx="7142307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B678D34F-2708-453F-938F-CD611F7F2E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>
            <a:off x="8631368" y="-1"/>
            <a:ext cx="1352217" cy="906603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688525FD-DD76-420D-B3D3-81BA581A12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 rot="10800000">
            <a:off x="702651" y="5950304"/>
            <a:ext cx="1352217" cy="906603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B8B35982-3834-4919-BA5C-BB6E4C33CF9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664" y="314325"/>
            <a:ext cx="605045" cy="608316"/>
          </a:xfrm>
          <a:prstGeom prst="rect">
            <a:avLst/>
          </a:prstGeom>
        </p:spPr>
      </p:pic>
      <p:graphicFrame>
        <p:nvGraphicFramePr>
          <p:cNvPr id="32" name="Объект 31">
            <a:extLst>
              <a:ext uri="{FF2B5EF4-FFF2-40B4-BE49-F238E27FC236}">
                <a16:creationId xmlns:a16="http://schemas.microsoft.com/office/drawing/2014/main" id="{41408129-63F5-475B-B373-2CD610438697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133209445"/>
              </p:ext>
            </p:extLst>
          </p:nvPr>
        </p:nvGraphicFramePr>
        <p:xfrm>
          <a:off x="10212876" y="1234378"/>
          <a:ext cx="1139950" cy="335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8" name="CorelDRAW" r:id="rId5" imgW="443262" imgH="130424" progId="CorelDraw.Graphic.22">
                  <p:embed/>
                </p:oleObj>
              </mc:Choice>
              <mc:Fallback>
                <p:oleObj name="CorelDRAW" r:id="rId5" imgW="443262" imgH="130424" progId="CorelDraw.Graphic.22">
                  <p:embed/>
                  <p:pic>
                    <p:nvPicPr>
                      <p:cNvPr id="25" name="Объект 24">
                        <a:extLst>
                          <a:ext uri="{FF2B5EF4-FFF2-40B4-BE49-F238E27FC236}">
                            <a16:creationId xmlns:a16="http://schemas.microsoft.com/office/drawing/2014/main" id="{7C6F134E-F0E2-4578-8327-77FE1ACD76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212876" y="1234378"/>
                        <a:ext cx="1139950" cy="335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5DC3863D-1409-4DD7-B8CC-1331835C579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00" y="5291195"/>
            <a:ext cx="446121" cy="415640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FA945535-9051-4037-93A5-57595BF488CD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03514">
            <a:off x="2499176" y="5771328"/>
            <a:ext cx="435037" cy="91718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242FC52A-FFE6-469A-916B-F12857DEE546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302" y="6015142"/>
            <a:ext cx="448892" cy="454434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184481E6-62E9-46C8-9C9B-DEFA216F58EC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694" y="5343968"/>
            <a:ext cx="1692916" cy="1212672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B8EA87C2-EEDE-4167-9136-B1203101B219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376" y="6010224"/>
            <a:ext cx="687192" cy="559729"/>
          </a:xfrm>
          <a:prstGeom prst="rect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BB2790B2-AF2B-477F-87EE-DF521C908B95}"/>
              </a:ext>
            </a:extLst>
          </p:cNvPr>
          <p:cNvSpPr/>
          <p:nvPr userDrawn="1"/>
        </p:nvSpPr>
        <p:spPr>
          <a:xfrm flipH="1">
            <a:off x="6693566" y="2531075"/>
            <a:ext cx="356879" cy="2389322"/>
          </a:xfrm>
          <a:prstGeom prst="rect">
            <a:avLst/>
          </a:prstGeom>
          <a:solidFill>
            <a:srgbClr val="FFEC00"/>
          </a:solidFill>
          <a:ln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Текст 3">
            <a:extLst>
              <a:ext uri="{FF2B5EF4-FFF2-40B4-BE49-F238E27FC236}">
                <a16:creationId xmlns:a16="http://schemas.microsoft.com/office/drawing/2014/main" id="{44D4A5E5-8FC5-4A1B-9D13-69E51ED52ADF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9649" y="1906072"/>
            <a:ext cx="5391149" cy="337559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Текст слайда</a:t>
            </a:r>
          </a:p>
        </p:txBody>
      </p:sp>
      <p:sp>
        <p:nvSpPr>
          <p:cNvPr id="33" name="Рисунок 2">
            <a:extLst>
              <a:ext uri="{FF2B5EF4-FFF2-40B4-BE49-F238E27FC236}">
                <a16:creationId xmlns:a16="http://schemas.microsoft.com/office/drawing/2014/main" id="{D6A679C3-57D5-48A2-95CE-55D2579657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99876" y="1941261"/>
            <a:ext cx="4562475" cy="4247147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887155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604F006-3F59-462F-97DA-7EEC83BD3E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Заголовок 1">
            <a:extLst>
              <a:ext uri="{FF2B5EF4-FFF2-40B4-BE49-F238E27FC236}">
                <a16:creationId xmlns:a16="http://schemas.microsoft.com/office/drawing/2014/main" id="{707A50E4-E8C0-4923-A568-FAFD9057F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1022"/>
            <a:ext cx="10515600" cy="685198"/>
          </a:xfrm>
          <a:prstGeom prst="rect">
            <a:avLst/>
          </a:prstGeom>
        </p:spPr>
        <p:txBody>
          <a:bodyPr/>
          <a:lstStyle>
            <a:lvl1pPr algn="r">
              <a:defRPr sz="36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05E6FFB-14D2-41AA-AD55-7BFCBA6B99C5}"/>
              </a:ext>
            </a:extLst>
          </p:cNvPr>
          <p:cNvSpPr/>
          <p:nvPr userDrawn="1"/>
        </p:nvSpPr>
        <p:spPr>
          <a:xfrm>
            <a:off x="-2" y="5978173"/>
            <a:ext cx="6599274" cy="879827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3F69A36-707B-49A0-BAEF-E5798DA98EF5}"/>
              </a:ext>
            </a:extLst>
          </p:cNvPr>
          <p:cNvSpPr/>
          <p:nvPr userDrawn="1"/>
        </p:nvSpPr>
        <p:spPr>
          <a:xfrm>
            <a:off x="0" y="5723304"/>
            <a:ext cx="6758612" cy="919867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3A72C50-EB5A-4542-BF14-9CB1A30A1C8E}"/>
              </a:ext>
            </a:extLst>
          </p:cNvPr>
          <p:cNvSpPr/>
          <p:nvPr userDrawn="1"/>
        </p:nvSpPr>
        <p:spPr>
          <a:xfrm>
            <a:off x="-1" y="6602004"/>
            <a:ext cx="7142307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DD444CEB-B69F-41E2-B3B6-FD5809AC16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>
            <a:off x="1175740" y="-1"/>
            <a:ext cx="1352217" cy="906603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F600F1A4-82CC-48F3-8851-59D077E09F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 rot="10800000">
            <a:off x="10057541" y="5950304"/>
            <a:ext cx="1352217" cy="906603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85CDB27B-A7EE-4215-A817-0C269DC1F98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37" y="314325"/>
            <a:ext cx="605045" cy="608316"/>
          </a:xfrm>
          <a:prstGeom prst="rect">
            <a:avLst/>
          </a:prstGeom>
        </p:spPr>
      </p:pic>
      <p:graphicFrame>
        <p:nvGraphicFramePr>
          <p:cNvPr id="29" name="Объект 28">
            <a:extLst>
              <a:ext uri="{FF2B5EF4-FFF2-40B4-BE49-F238E27FC236}">
                <a16:creationId xmlns:a16="http://schemas.microsoft.com/office/drawing/2014/main" id="{6DDD20AC-ACFC-415C-81F2-7653689808A1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687637978"/>
              </p:ext>
            </p:extLst>
          </p:nvPr>
        </p:nvGraphicFramePr>
        <p:xfrm>
          <a:off x="2366048" y="1234378"/>
          <a:ext cx="1139950" cy="335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60" name="CorelDRAW" r:id="rId5" imgW="443262" imgH="130424" progId="CorelDraw.Graphic.22">
                  <p:embed/>
                </p:oleObj>
              </mc:Choice>
              <mc:Fallback>
                <p:oleObj name="CorelDRAW" r:id="rId5" imgW="443262" imgH="130424" progId="CorelDraw.Graphic.22">
                  <p:embed/>
                  <p:pic>
                    <p:nvPicPr>
                      <p:cNvPr id="25" name="Объект 24">
                        <a:extLst>
                          <a:ext uri="{FF2B5EF4-FFF2-40B4-BE49-F238E27FC236}">
                            <a16:creationId xmlns:a16="http://schemas.microsoft.com/office/drawing/2014/main" id="{7C6F134E-F0E2-4578-8327-77FE1ACD76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66048" y="1234378"/>
                        <a:ext cx="1139950" cy="335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FE8600ED-18BE-4C23-A90A-9763F6129C4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681" y="5291195"/>
            <a:ext cx="446121" cy="415640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1550B1A2-40A8-4A7F-8F71-439D51D3ADFF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03514">
            <a:off x="8808635" y="5771327"/>
            <a:ext cx="435037" cy="917180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21BC4395-753C-4F05-BB9A-DE7EBB31327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385" y="6015142"/>
            <a:ext cx="448892" cy="454434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ED5F235C-2E05-4801-9B14-4988D9C23D7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950" y="6010224"/>
            <a:ext cx="687192" cy="559729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DBF1EA49-6E07-4C20-83E5-71AF38144A63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729" y="5343968"/>
            <a:ext cx="1692916" cy="1212672"/>
          </a:xfrm>
          <a:prstGeom prst="rect">
            <a:avLst/>
          </a:prstGeom>
        </p:spPr>
      </p:pic>
      <p:sp>
        <p:nvSpPr>
          <p:cNvPr id="51" name="Прямоугольник 50">
            <a:extLst>
              <a:ext uri="{FF2B5EF4-FFF2-40B4-BE49-F238E27FC236}">
                <a16:creationId xmlns:a16="http://schemas.microsoft.com/office/drawing/2014/main" id="{4B058FC9-8144-4E87-9E94-CE1E3057FDB0}"/>
              </a:ext>
            </a:extLst>
          </p:cNvPr>
          <p:cNvSpPr/>
          <p:nvPr userDrawn="1"/>
        </p:nvSpPr>
        <p:spPr>
          <a:xfrm flipV="1">
            <a:off x="5498432" y="1113928"/>
            <a:ext cx="6693568" cy="45719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Текст 3">
            <a:extLst>
              <a:ext uri="{FF2B5EF4-FFF2-40B4-BE49-F238E27FC236}">
                <a16:creationId xmlns:a16="http://schemas.microsoft.com/office/drawing/2014/main" id="{A16084DA-C18A-4CFA-BCAC-D82DBEAFCFE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962650" y="2110384"/>
            <a:ext cx="5391149" cy="3171286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Текст слайда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E057F8FB-938A-424D-A052-F9BFAB0F1FEF}"/>
              </a:ext>
            </a:extLst>
          </p:cNvPr>
          <p:cNvSpPr/>
          <p:nvPr userDrawn="1"/>
        </p:nvSpPr>
        <p:spPr>
          <a:xfrm>
            <a:off x="722596" y="2685456"/>
            <a:ext cx="4287521" cy="3046823"/>
          </a:xfrm>
          <a:prstGeom prst="rect">
            <a:avLst/>
          </a:prstGeom>
          <a:solidFill>
            <a:srgbClr val="FFEC00"/>
          </a:solidFill>
          <a:ln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7" name="Рисунок 2">
            <a:extLst>
              <a:ext uri="{FF2B5EF4-FFF2-40B4-BE49-F238E27FC236}">
                <a16:creationId xmlns:a16="http://schemas.microsoft.com/office/drawing/2014/main" id="{555607B2-164D-4CB0-9437-1540619FF4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200" y="2106230"/>
            <a:ext cx="4562475" cy="348647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578161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604F006-3F59-462F-97DA-7EEC83BD3E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Текст 3">
            <a:extLst>
              <a:ext uri="{FF2B5EF4-FFF2-40B4-BE49-F238E27FC236}">
                <a16:creationId xmlns:a16="http://schemas.microsoft.com/office/drawing/2014/main" id="{08A87CB2-C48E-4029-86EE-E3BC409051A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5962650" y="2110384"/>
            <a:ext cx="5391149" cy="3171286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Текст слайда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2688DC35-58C2-4371-82E7-995BE754485A}"/>
              </a:ext>
            </a:extLst>
          </p:cNvPr>
          <p:cNvSpPr txBox="1">
            <a:spLocks/>
          </p:cNvSpPr>
          <p:nvPr userDrawn="1"/>
        </p:nvSpPr>
        <p:spPr>
          <a:xfrm>
            <a:off x="843622" y="1171837"/>
            <a:ext cx="10515600" cy="6851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endParaRPr lang="ru-RU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A6817C7-17F1-4B1C-B2DF-B429445A5898}"/>
              </a:ext>
            </a:extLst>
          </p:cNvPr>
          <p:cNvSpPr/>
          <p:nvPr userDrawn="1"/>
        </p:nvSpPr>
        <p:spPr>
          <a:xfrm>
            <a:off x="-2" y="5978173"/>
            <a:ext cx="6599274" cy="879827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0E1DC52-EF88-4923-B8C1-76B77EC5FC3E}"/>
              </a:ext>
            </a:extLst>
          </p:cNvPr>
          <p:cNvSpPr/>
          <p:nvPr userDrawn="1"/>
        </p:nvSpPr>
        <p:spPr>
          <a:xfrm>
            <a:off x="0" y="5723304"/>
            <a:ext cx="6758612" cy="919867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849444D8-9F28-4FD0-8148-58109BF338D6}"/>
              </a:ext>
            </a:extLst>
          </p:cNvPr>
          <p:cNvSpPr/>
          <p:nvPr userDrawn="1"/>
        </p:nvSpPr>
        <p:spPr>
          <a:xfrm>
            <a:off x="-1" y="6602004"/>
            <a:ext cx="7142307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718163DA-102A-401D-AA08-C5718027D9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>
            <a:off x="1175740" y="-1"/>
            <a:ext cx="1352217" cy="906603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02AACBC4-238F-4C97-B3EF-523FF2BCC3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 rot="10800000">
            <a:off x="10057541" y="5950304"/>
            <a:ext cx="1352217" cy="906603"/>
          </a:xfrm>
          <a:prstGeom prst="rect">
            <a:avLst/>
          </a:prstGeom>
        </p:spPr>
      </p:pic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B5BF7E22-D796-4937-8368-EB7C617833C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37" y="314325"/>
            <a:ext cx="605045" cy="608316"/>
          </a:xfrm>
          <a:prstGeom prst="rect">
            <a:avLst/>
          </a:prstGeom>
        </p:spPr>
      </p:pic>
      <p:graphicFrame>
        <p:nvGraphicFramePr>
          <p:cNvPr id="48" name="Объект 47">
            <a:extLst>
              <a:ext uri="{FF2B5EF4-FFF2-40B4-BE49-F238E27FC236}">
                <a16:creationId xmlns:a16="http://schemas.microsoft.com/office/drawing/2014/main" id="{60C6FC1B-BA42-48A2-987A-5B9B5B6E437E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385199352"/>
              </p:ext>
            </p:extLst>
          </p:nvPr>
        </p:nvGraphicFramePr>
        <p:xfrm>
          <a:off x="2366048" y="1234378"/>
          <a:ext cx="1139950" cy="335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93" name="CorelDRAW" r:id="rId5" imgW="443262" imgH="130424" progId="CorelDraw.Graphic.22">
                  <p:embed/>
                </p:oleObj>
              </mc:Choice>
              <mc:Fallback>
                <p:oleObj name="CorelDRAW" r:id="rId5" imgW="443262" imgH="130424" progId="CorelDraw.Graphic.22">
                  <p:embed/>
                  <p:pic>
                    <p:nvPicPr>
                      <p:cNvPr id="29" name="Объект 28">
                        <a:extLst>
                          <a:ext uri="{FF2B5EF4-FFF2-40B4-BE49-F238E27FC236}">
                            <a16:creationId xmlns:a16="http://schemas.microsoft.com/office/drawing/2014/main" id="{6DDD20AC-ACFC-415C-81F2-7653689808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66048" y="1234378"/>
                        <a:ext cx="1139950" cy="335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5A593DD1-FCB8-4918-89E7-DDA311F2C9F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681" y="5291195"/>
            <a:ext cx="446121" cy="415640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E1327D24-C2CF-4862-830A-2B023C14A89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03514">
            <a:off x="8808635" y="5771327"/>
            <a:ext cx="435037" cy="917180"/>
          </a:xfrm>
          <a:prstGeom prst="rect">
            <a:avLst/>
          </a:prstGeom>
        </p:spPr>
      </p:pic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F31854CF-CF13-490D-8BB3-D482BA88879B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385" y="6015142"/>
            <a:ext cx="448892" cy="454434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13702B13-C7F2-477A-8AC5-53F2743BFC82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729" y="5343968"/>
            <a:ext cx="1692916" cy="1212672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B2BC0E12-705C-4FF0-A675-BCEC682926ED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2950" y="6010224"/>
            <a:ext cx="687192" cy="559729"/>
          </a:xfrm>
          <a:prstGeom prst="rect">
            <a:avLst/>
          </a:prstGeom>
        </p:spPr>
      </p:pic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DAA7A4B0-FD4C-4F6B-86C3-F47A85A767CA}"/>
              </a:ext>
            </a:extLst>
          </p:cNvPr>
          <p:cNvSpPr/>
          <p:nvPr userDrawn="1"/>
        </p:nvSpPr>
        <p:spPr>
          <a:xfrm flipV="1">
            <a:off x="5498432" y="1113928"/>
            <a:ext cx="6693568" cy="45719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Прямоугольник 54">
            <a:extLst>
              <a:ext uri="{FF2B5EF4-FFF2-40B4-BE49-F238E27FC236}">
                <a16:creationId xmlns:a16="http://schemas.microsoft.com/office/drawing/2014/main" id="{DBB3DF57-53EA-471F-9D59-D459142BBA2A}"/>
              </a:ext>
            </a:extLst>
          </p:cNvPr>
          <p:cNvSpPr/>
          <p:nvPr userDrawn="1"/>
        </p:nvSpPr>
        <p:spPr>
          <a:xfrm>
            <a:off x="7194280" y="1616885"/>
            <a:ext cx="5000431" cy="45719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25F8350-CFA8-4E88-A277-1D3153935A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1021"/>
            <a:ext cx="10515600" cy="1150999"/>
          </a:xfrm>
          <a:prstGeom prst="rect">
            <a:avLst/>
          </a:prstGeom>
        </p:spPr>
        <p:txBody>
          <a:bodyPr/>
          <a:lstStyle>
            <a:lvl1pPr algn="r">
              <a:defRPr sz="36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BD2BCB8-1E36-4AF3-BD12-2D5075305BE5}"/>
              </a:ext>
            </a:extLst>
          </p:cNvPr>
          <p:cNvSpPr/>
          <p:nvPr userDrawn="1"/>
        </p:nvSpPr>
        <p:spPr>
          <a:xfrm>
            <a:off x="722596" y="2685456"/>
            <a:ext cx="4287521" cy="3046823"/>
          </a:xfrm>
          <a:prstGeom prst="rect">
            <a:avLst/>
          </a:prstGeom>
          <a:solidFill>
            <a:srgbClr val="FFEC00"/>
          </a:solidFill>
          <a:ln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7" name="Рисунок 2">
            <a:extLst>
              <a:ext uri="{FF2B5EF4-FFF2-40B4-BE49-F238E27FC236}">
                <a16:creationId xmlns:a16="http://schemas.microsoft.com/office/drawing/2014/main" id="{A63D959D-9864-4E8D-A3CC-8A0117CC96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200" y="2106230"/>
            <a:ext cx="4562475" cy="3486479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961757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604F006-3F59-462F-97DA-7EEC83BD3E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33AA50C-9DF1-4DAC-BDE3-EF6F091FAD1F}"/>
              </a:ext>
            </a:extLst>
          </p:cNvPr>
          <p:cNvSpPr/>
          <p:nvPr userDrawn="1"/>
        </p:nvSpPr>
        <p:spPr>
          <a:xfrm>
            <a:off x="5592726" y="5978173"/>
            <a:ext cx="6599274" cy="879827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Заголовок 1">
            <a:extLst>
              <a:ext uri="{FF2B5EF4-FFF2-40B4-BE49-F238E27FC236}">
                <a16:creationId xmlns:a16="http://schemas.microsoft.com/office/drawing/2014/main" id="{707A50E4-E8C0-4923-A568-FAFD9057F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1022"/>
            <a:ext cx="10515600" cy="68519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C33275D3-2A06-40FE-B3BD-DE9335308107}"/>
              </a:ext>
            </a:extLst>
          </p:cNvPr>
          <p:cNvSpPr/>
          <p:nvPr userDrawn="1"/>
        </p:nvSpPr>
        <p:spPr>
          <a:xfrm>
            <a:off x="5433389" y="5723572"/>
            <a:ext cx="6758612" cy="919867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759F9563-860D-474A-8507-E600BA0F0891}"/>
              </a:ext>
            </a:extLst>
          </p:cNvPr>
          <p:cNvSpPr/>
          <p:nvPr userDrawn="1"/>
        </p:nvSpPr>
        <p:spPr>
          <a:xfrm>
            <a:off x="5049693" y="6602004"/>
            <a:ext cx="7142307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C7DCE2F-C252-4FC4-8FA5-2805E59DC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>
            <a:off x="8631368" y="-1"/>
            <a:ext cx="1352217" cy="906603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16E9E56-F21A-408C-B017-B13FFDEFD6D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143" b="-9920"/>
          <a:stretch/>
        </p:blipFill>
        <p:spPr>
          <a:xfrm rot="10800000">
            <a:off x="437978" y="6172803"/>
            <a:ext cx="1352217" cy="685197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3F2C2A63-A305-4298-AC01-D6C46A0675F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664" y="314325"/>
            <a:ext cx="605045" cy="608316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56938C1-DBF3-46D9-A34C-7744E83C37C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917" y="5291195"/>
            <a:ext cx="446121" cy="415640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0311568A-BC29-4564-8812-89DBDB7B17F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8380" y="4674822"/>
            <a:ext cx="448892" cy="454434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4BAB75B-0CFA-47BE-83F8-5B7218EECF7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209" y="6202548"/>
            <a:ext cx="448892" cy="454434"/>
          </a:xfrm>
          <a:prstGeom prst="rect">
            <a:avLst/>
          </a:prstGeom>
        </p:spPr>
      </p:pic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5CA36ACD-9BCE-4103-A163-67A02CDAB31D}"/>
              </a:ext>
            </a:extLst>
          </p:cNvPr>
          <p:cNvSpPr/>
          <p:nvPr userDrawn="1"/>
        </p:nvSpPr>
        <p:spPr>
          <a:xfrm flipV="1">
            <a:off x="0" y="1113928"/>
            <a:ext cx="6693568" cy="45719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4" name="Рисунок 2">
            <a:extLst>
              <a:ext uri="{FF2B5EF4-FFF2-40B4-BE49-F238E27FC236}">
                <a16:creationId xmlns:a16="http://schemas.microsoft.com/office/drawing/2014/main" id="{FF1F16F6-16E1-4150-9D12-66D59602C957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4638053" y="1562557"/>
            <a:ext cx="2816473" cy="158266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41" name="Рисунок 2">
            <a:extLst>
              <a:ext uri="{FF2B5EF4-FFF2-40B4-BE49-F238E27FC236}">
                <a16:creationId xmlns:a16="http://schemas.microsoft.com/office/drawing/2014/main" id="{436B4563-5CC9-487A-A37D-36AEB8424C06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8435845" y="1562557"/>
            <a:ext cx="2816473" cy="158266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47" name="Текст 3">
            <a:extLst>
              <a:ext uri="{FF2B5EF4-FFF2-40B4-BE49-F238E27FC236}">
                <a16:creationId xmlns:a16="http://schemas.microsoft.com/office/drawing/2014/main" id="{F6A5C674-84B8-445F-99A7-C9124A436172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9287" y="3174625"/>
            <a:ext cx="2816473" cy="564913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Текст слайда</a:t>
            </a:r>
          </a:p>
        </p:txBody>
      </p:sp>
      <p:sp>
        <p:nvSpPr>
          <p:cNvPr id="48" name="Текст 3">
            <a:extLst>
              <a:ext uri="{FF2B5EF4-FFF2-40B4-BE49-F238E27FC236}">
                <a16:creationId xmlns:a16="http://schemas.microsoft.com/office/drawing/2014/main" id="{CDF03756-7981-4DD8-9200-D2C8206C489F}"/>
              </a:ext>
            </a:extLst>
          </p:cNvPr>
          <p:cNvSpPr>
            <a:spLocks noGrp="1"/>
          </p:cNvSpPr>
          <p:nvPr>
            <p:ph type="body" sz="half" idx="15" hasCustomPrompt="1"/>
          </p:nvPr>
        </p:nvSpPr>
        <p:spPr>
          <a:xfrm>
            <a:off x="4638053" y="3174625"/>
            <a:ext cx="2816473" cy="564913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Текст слайда</a:t>
            </a:r>
          </a:p>
        </p:txBody>
      </p:sp>
      <p:sp>
        <p:nvSpPr>
          <p:cNvPr id="49" name="Текст 3">
            <a:extLst>
              <a:ext uri="{FF2B5EF4-FFF2-40B4-BE49-F238E27FC236}">
                <a16:creationId xmlns:a16="http://schemas.microsoft.com/office/drawing/2014/main" id="{58CD07B0-E959-4342-A294-9894705AB61B}"/>
              </a:ext>
            </a:extLst>
          </p:cNvPr>
          <p:cNvSpPr>
            <a:spLocks noGrp="1"/>
          </p:cNvSpPr>
          <p:nvPr>
            <p:ph type="body" sz="half" idx="16" hasCustomPrompt="1"/>
          </p:nvPr>
        </p:nvSpPr>
        <p:spPr>
          <a:xfrm>
            <a:off x="8435845" y="3174625"/>
            <a:ext cx="2816473" cy="564913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Текст слайда</a:t>
            </a:r>
          </a:p>
        </p:txBody>
      </p:sp>
      <p:sp>
        <p:nvSpPr>
          <p:cNvPr id="50" name="Рисунок 2">
            <a:extLst>
              <a:ext uri="{FF2B5EF4-FFF2-40B4-BE49-F238E27FC236}">
                <a16:creationId xmlns:a16="http://schemas.microsoft.com/office/drawing/2014/main" id="{375A360D-14AB-41BA-B2DC-49EA8ABD5B14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37382" y="3883489"/>
            <a:ext cx="2816473" cy="158266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51" name="Рисунок 2">
            <a:extLst>
              <a:ext uri="{FF2B5EF4-FFF2-40B4-BE49-F238E27FC236}">
                <a16:creationId xmlns:a16="http://schemas.microsoft.com/office/drawing/2014/main" id="{7C6FAE77-E827-4698-9777-75FA10BE5D7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4646148" y="3883489"/>
            <a:ext cx="2816473" cy="158266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52" name="Рисунок 2">
            <a:extLst>
              <a:ext uri="{FF2B5EF4-FFF2-40B4-BE49-F238E27FC236}">
                <a16:creationId xmlns:a16="http://schemas.microsoft.com/office/drawing/2014/main" id="{ED6A8915-E51B-4C53-AD68-392BD6F40157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8443940" y="3883489"/>
            <a:ext cx="2816473" cy="158266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55" name="Текст 3">
            <a:extLst>
              <a:ext uri="{FF2B5EF4-FFF2-40B4-BE49-F238E27FC236}">
                <a16:creationId xmlns:a16="http://schemas.microsoft.com/office/drawing/2014/main" id="{E3C4AEDD-7516-44AD-A35B-FD81E4936D6A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837382" y="5495557"/>
            <a:ext cx="2816473" cy="564913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Текст слайда</a:t>
            </a:r>
          </a:p>
        </p:txBody>
      </p:sp>
      <p:sp>
        <p:nvSpPr>
          <p:cNvPr id="56" name="Текст 3">
            <a:extLst>
              <a:ext uri="{FF2B5EF4-FFF2-40B4-BE49-F238E27FC236}">
                <a16:creationId xmlns:a16="http://schemas.microsoft.com/office/drawing/2014/main" id="{A7FAF6F8-F239-450E-B6FB-2762D48150B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4646148" y="5495557"/>
            <a:ext cx="2816473" cy="564913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Текст слайда</a:t>
            </a:r>
          </a:p>
        </p:txBody>
      </p:sp>
      <p:sp>
        <p:nvSpPr>
          <p:cNvPr id="57" name="Текст 3">
            <a:extLst>
              <a:ext uri="{FF2B5EF4-FFF2-40B4-BE49-F238E27FC236}">
                <a16:creationId xmlns:a16="http://schemas.microsoft.com/office/drawing/2014/main" id="{68B6E920-D8A1-450A-AB90-D96C1C9E152C}"/>
              </a:ext>
            </a:extLst>
          </p:cNvPr>
          <p:cNvSpPr>
            <a:spLocks noGrp="1"/>
          </p:cNvSpPr>
          <p:nvPr>
            <p:ph type="body" sz="half" idx="22" hasCustomPrompt="1"/>
          </p:nvPr>
        </p:nvSpPr>
        <p:spPr>
          <a:xfrm>
            <a:off x="8443940" y="5495557"/>
            <a:ext cx="2816473" cy="564913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sz="140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Текст слайда</a:t>
            </a:r>
          </a:p>
        </p:txBody>
      </p:sp>
      <p:sp>
        <p:nvSpPr>
          <p:cNvPr id="38" name="Рисунок 2">
            <a:extLst>
              <a:ext uri="{FF2B5EF4-FFF2-40B4-BE49-F238E27FC236}">
                <a16:creationId xmlns:a16="http://schemas.microsoft.com/office/drawing/2014/main" id="{1CB697F4-35F1-4866-96B4-E2C3065D90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29287" y="1562557"/>
            <a:ext cx="2816473" cy="1582665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2205897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604F006-3F59-462F-97DA-7EEC83BD3E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82296EC5-62B2-4436-8318-90E06BA9010F}"/>
              </a:ext>
            </a:extLst>
          </p:cNvPr>
          <p:cNvSpPr/>
          <p:nvPr userDrawn="1"/>
        </p:nvSpPr>
        <p:spPr>
          <a:xfrm>
            <a:off x="5592726" y="5978173"/>
            <a:ext cx="6599274" cy="879827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65" name="Прямоугольник 64">
            <a:extLst>
              <a:ext uri="{FF2B5EF4-FFF2-40B4-BE49-F238E27FC236}">
                <a16:creationId xmlns:a16="http://schemas.microsoft.com/office/drawing/2014/main" id="{543E8F41-D7EE-44C8-9C85-EF2D9FFB5E9C}"/>
              </a:ext>
            </a:extLst>
          </p:cNvPr>
          <p:cNvSpPr/>
          <p:nvPr userDrawn="1"/>
        </p:nvSpPr>
        <p:spPr>
          <a:xfrm>
            <a:off x="5433389" y="5723572"/>
            <a:ext cx="6758612" cy="919867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Заголовок 1">
            <a:extLst>
              <a:ext uri="{FF2B5EF4-FFF2-40B4-BE49-F238E27FC236}">
                <a16:creationId xmlns:a16="http://schemas.microsoft.com/office/drawing/2014/main" id="{707A50E4-E8C0-4923-A568-FAFD9057F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1022"/>
            <a:ext cx="10515600" cy="68519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C33275D3-2A06-40FE-B3BD-DE9335308107}"/>
              </a:ext>
            </a:extLst>
          </p:cNvPr>
          <p:cNvSpPr/>
          <p:nvPr userDrawn="1"/>
        </p:nvSpPr>
        <p:spPr>
          <a:xfrm>
            <a:off x="5962651" y="5723572"/>
            <a:ext cx="6229350" cy="919867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3D8E3810-7050-43C5-BABF-A86E401B8C16}"/>
              </a:ext>
            </a:extLst>
          </p:cNvPr>
          <p:cNvSpPr/>
          <p:nvPr userDrawn="1"/>
        </p:nvSpPr>
        <p:spPr>
          <a:xfrm flipV="1">
            <a:off x="0" y="1200188"/>
            <a:ext cx="6693568" cy="45719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9732A49C-2932-43F8-A85F-FD3A8837FA0F}"/>
              </a:ext>
            </a:extLst>
          </p:cNvPr>
          <p:cNvSpPr>
            <a:spLocks noGrp="1"/>
          </p:cNvSpPr>
          <p:nvPr>
            <p:ph type="body" sz="half" idx="10" hasCustomPrompt="1"/>
          </p:nvPr>
        </p:nvSpPr>
        <p:spPr>
          <a:xfrm>
            <a:off x="7126305" y="5819009"/>
            <a:ext cx="4150973" cy="689834"/>
          </a:xfrm>
          <a:prstGeom prst="rect">
            <a:avLst/>
          </a:prstGeom>
          <a:noFill/>
        </p:spPr>
        <p:txBody>
          <a:bodyPr/>
          <a:lstStyle>
            <a:lvl1pPr marL="0" indent="0" algn="r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Подпись под фото</a:t>
            </a:r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AC4C63AA-D4B2-4794-92B7-BA23E337C435}"/>
              </a:ext>
            </a:extLst>
          </p:cNvPr>
          <p:cNvSpPr/>
          <p:nvPr userDrawn="1"/>
        </p:nvSpPr>
        <p:spPr>
          <a:xfrm>
            <a:off x="5049693" y="6602004"/>
            <a:ext cx="7142307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7" name="Рисунок 66">
            <a:extLst>
              <a:ext uri="{FF2B5EF4-FFF2-40B4-BE49-F238E27FC236}">
                <a16:creationId xmlns:a16="http://schemas.microsoft.com/office/drawing/2014/main" id="{D0191265-489B-4399-A8E9-D352B4E0201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>
            <a:off x="8631368" y="-1"/>
            <a:ext cx="1352217" cy="906603"/>
          </a:xfrm>
          <a:prstGeom prst="rect">
            <a:avLst/>
          </a:prstGeom>
        </p:spPr>
      </p:pic>
      <p:pic>
        <p:nvPicPr>
          <p:cNvPr id="68" name="Рисунок 67">
            <a:extLst>
              <a:ext uri="{FF2B5EF4-FFF2-40B4-BE49-F238E27FC236}">
                <a16:creationId xmlns:a16="http://schemas.microsoft.com/office/drawing/2014/main" id="{002D7754-B4A7-4E92-B1F7-8EFFE7421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 rot="10800000">
            <a:off x="702651" y="5950304"/>
            <a:ext cx="1352217" cy="906603"/>
          </a:xfrm>
          <a:prstGeom prst="rect">
            <a:avLst/>
          </a:prstGeom>
        </p:spPr>
      </p:pic>
      <p:pic>
        <p:nvPicPr>
          <p:cNvPr id="69" name="Рисунок 68">
            <a:extLst>
              <a:ext uri="{FF2B5EF4-FFF2-40B4-BE49-F238E27FC236}">
                <a16:creationId xmlns:a16="http://schemas.microsoft.com/office/drawing/2014/main" id="{740E46CB-FB73-4AC3-8476-B13B3438D92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664" y="314325"/>
            <a:ext cx="605045" cy="608316"/>
          </a:xfrm>
          <a:prstGeom prst="rect">
            <a:avLst/>
          </a:prstGeom>
        </p:spPr>
      </p:pic>
      <p:graphicFrame>
        <p:nvGraphicFramePr>
          <p:cNvPr id="70" name="Объект 69">
            <a:extLst>
              <a:ext uri="{FF2B5EF4-FFF2-40B4-BE49-F238E27FC236}">
                <a16:creationId xmlns:a16="http://schemas.microsoft.com/office/drawing/2014/main" id="{E932604A-C48A-4206-B20F-98F791A562A4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877112715"/>
              </p:ext>
            </p:extLst>
          </p:nvPr>
        </p:nvGraphicFramePr>
        <p:xfrm>
          <a:off x="10212876" y="1234378"/>
          <a:ext cx="1139950" cy="335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54" name="CorelDRAW" r:id="rId5" imgW="443262" imgH="130424" progId="CorelDraw.Graphic.22">
                  <p:embed/>
                </p:oleObj>
              </mc:Choice>
              <mc:Fallback>
                <p:oleObj name="CorelDRAW" r:id="rId5" imgW="443262" imgH="130424" progId="CorelDraw.Graphic.22">
                  <p:embed/>
                  <p:pic>
                    <p:nvPicPr>
                      <p:cNvPr id="32" name="Объект 31">
                        <a:extLst>
                          <a:ext uri="{FF2B5EF4-FFF2-40B4-BE49-F238E27FC236}">
                            <a16:creationId xmlns:a16="http://schemas.microsoft.com/office/drawing/2014/main" id="{41408129-63F5-475B-B373-2CD6104386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212876" y="1234378"/>
                        <a:ext cx="1139950" cy="335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" name="Рисунок 70">
            <a:extLst>
              <a:ext uri="{FF2B5EF4-FFF2-40B4-BE49-F238E27FC236}">
                <a16:creationId xmlns:a16="http://schemas.microsoft.com/office/drawing/2014/main" id="{70B22AA7-192F-4D06-829F-84857D030DFE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00" y="5291195"/>
            <a:ext cx="446121" cy="415640"/>
          </a:xfrm>
          <a:prstGeom prst="rect">
            <a:avLst/>
          </a:prstGeom>
        </p:spPr>
      </p:pic>
      <p:pic>
        <p:nvPicPr>
          <p:cNvPr id="72" name="Рисунок 71">
            <a:extLst>
              <a:ext uri="{FF2B5EF4-FFF2-40B4-BE49-F238E27FC236}">
                <a16:creationId xmlns:a16="http://schemas.microsoft.com/office/drawing/2014/main" id="{EC36D761-836D-40AD-B1E5-3DFE633CE714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03514">
            <a:off x="2499176" y="5771328"/>
            <a:ext cx="435037" cy="917180"/>
          </a:xfrm>
          <a:prstGeom prst="rect">
            <a:avLst/>
          </a:prstGeom>
        </p:spPr>
      </p:pic>
      <p:pic>
        <p:nvPicPr>
          <p:cNvPr id="73" name="Рисунок 72">
            <a:extLst>
              <a:ext uri="{FF2B5EF4-FFF2-40B4-BE49-F238E27FC236}">
                <a16:creationId xmlns:a16="http://schemas.microsoft.com/office/drawing/2014/main" id="{37F53FDE-379D-4990-86B0-A58970E079B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302" y="6015142"/>
            <a:ext cx="448892" cy="454434"/>
          </a:xfrm>
          <a:prstGeom prst="rect">
            <a:avLst/>
          </a:prstGeom>
        </p:spPr>
      </p:pic>
      <p:pic>
        <p:nvPicPr>
          <p:cNvPr id="74" name="Рисунок 73">
            <a:extLst>
              <a:ext uri="{FF2B5EF4-FFF2-40B4-BE49-F238E27FC236}">
                <a16:creationId xmlns:a16="http://schemas.microsoft.com/office/drawing/2014/main" id="{9893AEF6-1A6C-42D0-AA99-8FE5BFFD6A88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9694" y="5343968"/>
            <a:ext cx="1692916" cy="1212672"/>
          </a:xfrm>
          <a:prstGeom prst="rect">
            <a:avLst/>
          </a:prstGeom>
        </p:spPr>
      </p:pic>
      <p:pic>
        <p:nvPicPr>
          <p:cNvPr id="75" name="Рисунок 74">
            <a:extLst>
              <a:ext uri="{FF2B5EF4-FFF2-40B4-BE49-F238E27FC236}">
                <a16:creationId xmlns:a16="http://schemas.microsoft.com/office/drawing/2014/main" id="{A1E89F14-873E-4F81-89E2-7BEEB58D5D11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376" y="6010224"/>
            <a:ext cx="687192" cy="559729"/>
          </a:xfrm>
          <a:prstGeom prst="rect">
            <a:avLst/>
          </a:prstGeom>
        </p:spPr>
      </p:pic>
      <p:sp>
        <p:nvSpPr>
          <p:cNvPr id="77" name="Рисунок 2">
            <a:extLst>
              <a:ext uri="{FF2B5EF4-FFF2-40B4-BE49-F238E27FC236}">
                <a16:creationId xmlns:a16="http://schemas.microsoft.com/office/drawing/2014/main" id="{BC6058BC-B14A-4306-80CD-824E9E6592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8200" y="1610062"/>
            <a:ext cx="10515599" cy="3640746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42312160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604F006-3F59-462F-97DA-7EEC83BD3E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569ECA2-F3E2-4C1E-9569-75BF9DE0DEA6}"/>
              </a:ext>
            </a:extLst>
          </p:cNvPr>
          <p:cNvSpPr/>
          <p:nvPr userDrawn="1"/>
        </p:nvSpPr>
        <p:spPr>
          <a:xfrm>
            <a:off x="9016405" y="3877222"/>
            <a:ext cx="2449503" cy="2516956"/>
          </a:xfrm>
          <a:prstGeom prst="rect">
            <a:avLst/>
          </a:prstGeom>
          <a:solidFill>
            <a:srgbClr val="FFEC00"/>
          </a:solidFill>
          <a:ln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2" name="Текст 3">
            <a:extLst>
              <a:ext uri="{FF2B5EF4-FFF2-40B4-BE49-F238E27FC236}">
                <a16:creationId xmlns:a16="http://schemas.microsoft.com/office/drawing/2014/main" id="{3BCF6C98-0337-4414-B68C-DBBF0DE9E4A9}"/>
              </a:ext>
            </a:extLst>
          </p:cNvPr>
          <p:cNvSpPr>
            <a:spLocks noGrp="1"/>
          </p:cNvSpPr>
          <p:nvPr>
            <p:ph type="body" sz="half" idx="11" hasCustomPrompt="1"/>
          </p:nvPr>
        </p:nvSpPr>
        <p:spPr>
          <a:xfrm>
            <a:off x="2120023" y="3653672"/>
            <a:ext cx="6368901" cy="263885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Описание слайда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5788F4B-13BC-4D57-96DB-250D7EE6F7DC}"/>
              </a:ext>
            </a:extLst>
          </p:cNvPr>
          <p:cNvSpPr/>
          <p:nvPr userDrawn="1"/>
        </p:nvSpPr>
        <p:spPr>
          <a:xfrm>
            <a:off x="727329" y="876694"/>
            <a:ext cx="2449503" cy="2516956"/>
          </a:xfrm>
          <a:prstGeom prst="rect">
            <a:avLst/>
          </a:prstGeom>
          <a:solidFill>
            <a:srgbClr val="FFEC00"/>
          </a:solidFill>
          <a:ln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9" name="Текст 3">
            <a:extLst>
              <a:ext uri="{FF2B5EF4-FFF2-40B4-BE49-F238E27FC236}">
                <a16:creationId xmlns:a16="http://schemas.microsoft.com/office/drawing/2014/main" id="{08A87CB2-C48E-4029-86EE-E3BC409051A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704969" y="642968"/>
            <a:ext cx="6368901" cy="2638859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Описание слайда</a:t>
            </a:r>
          </a:p>
        </p:txBody>
      </p:sp>
      <p:sp>
        <p:nvSpPr>
          <p:cNvPr id="21" name="Рисунок 2">
            <a:extLst>
              <a:ext uri="{FF2B5EF4-FFF2-40B4-BE49-F238E27FC236}">
                <a16:creationId xmlns:a16="http://schemas.microsoft.com/office/drawing/2014/main" id="{AAC4C25A-3548-40F6-BC0B-015CD8DCF3DC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820347" y="648083"/>
            <a:ext cx="2599352" cy="263325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  <p:graphicFrame>
        <p:nvGraphicFramePr>
          <p:cNvPr id="28" name="Объект 27">
            <a:extLst>
              <a:ext uri="{FF2B5EF4-FFF2-40B4-BE49-F238E27FC236}">
                <a16:creationId xmlns:a16="http://schemas.microsoft.com/office/drawing/2014/main" id="{BAEBC6FF-5337-4489-B541-87B611AC5E25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2242253566"/>
              </p:ext>
            </p:extLst>
          </p:nvPr>
        </p:nvGraphicFramePr>
        <p:xfrm>
          <a:off x="1318919" y="3944342"/>
          <a:ext cx="446783" cy="454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64" name="CorelDRAW" r:id="rId3" imgW="374644" imgH="380864" progId="CorelDraw.Graphic.22">
                  <p:embed/>
                </p:oleObj>
              </mc:Choice>
              <mc:Fallback>
                <p:oleObj name="CorelDRAW" r:id="rId3" imgW="374644" imgH="380864" progId="CorelDraw.Graphic.22">
                  <p:embed/>
                  <p:pic>
                    <p:nvPicPr>
                      <p:cNvPr id="27" name="Объект 26">
                        <a:extLst>
                          <a:ext uri="{FF2B5EF4-FFF2-40B4-BE49-F238E27FC236}">
                            <a16:creationId xmlns:a16="http://schemas.microsoft.com/office/drawing/2014/main" id="{1F2CBA92-CA57-47A7-8458-E1A5BB300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18919" y="3944342"/>
                        <a:ext cx="446783" cy="4543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9553388C-06DA-4F23-BADD-1FBE47DDFD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>
            <a:off x="8631368" y="-1"/>
            <a:ext cx="1352217" cy="906603"/>
          </a:xfrm>
          <a:prstGeom prst="rect">
            <a:avLst/>
          </a:prstGeom>
        </p:spPr>
      </p:pic>
      <p:pic>
        <p:nvPicPr>
          <p:cNvPr id="54" name="Рисунок 53">
            <a:extLst>
              <a:ext uri="{FF2B5EF4-FFF2-40B4-BE49-F238E27FC236}">
                <a16:creationId xmlns:a16="http://schemas.microsoft.com/office/drawing/2014/main" id="{4686AB0D-1464-4E3F-906D-A52DD6E1E8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 rot="10800000">
            <a:off x="602049" y="5950304"/>
            <a:ext cx="1352217" cy="906603"/>
          </a:xfrm>
          <a:prstGeom prst="rect">
            <a:avLst/>
          </a:prstGeom>
        </p:spPr>
      </p:pic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4D932559-4A43-417A-8138-8C49FE9F2049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4664" y="314325"/>
            <a:ext cx="605045" cy="608316"/>
          </a:xfrm>
          <a:prstGeom prst="rect">
            <a:avLst/>
          </a:prstGeom>
        </p:spPr>
      </p:pic>
      <p:graphicFrame>
        <p:nvGraphicFramePr>
          <p:cNvPr id="56" name="Объект 55">
            <a:extLst>
              <a:ext uri="{FF2B5EF4-FFF2-40B4-BE49-F238E27FC236}">
                <a16:creationId xmlns:a16="http://schemas.microsoft.com/office/drawing/2014/main" id="{C9F5C1E6-BF50-488F-BC8D-5FC6C62E9468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371365705"/>
              </p:ext>
            </p:extLst>
          </p:nvPr>
        </p:nvGraphicFramePr>
        <p:xfrm>
          <a:off x="10212876" y="1234378"/>
          <a:ext cx="1139950" cy="335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65" name="CorelDRAW" r:id="rId7" imgW="443262" imgH="130424" progId="CorelDraw.Graphic.22">
                  <p:embed/>
                </p:oleObj>
              </mc:Choice>
              <mc:Fallback>
                <p:oleObj name="CorelDRAW" r:id="rId7" imgW="443262" imgH="130424" progId="CorelDraw.Graphic.22">
                  <p:embed/>
                  <p:pic>
                    <p:nvPicPr>
                      <p:cNvPr id="70" name="Объект 69">
                        <a:extLst>
                          <a:ext uri="{FF2B5EF4-FFF2-40B4-BE49-F238E27FC236}">
                            <a16:creationId xmlns:a16="http://schemas.microsoft.com/office/drawing/2014/main" id="{E932604A-C48A-4206-B20F-98F791A562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212876" y="1234378"/>
                        <a:ext cx="1139950" cy="335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AEBFC706-1828-43EC-A62A-43ADD9FFDC39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09" y="5095127"/>
            <a:ext cx="446121" cy="415640"/>
          </a:xfrm>
          <a:prstGeom prst="rect">
            <a:avLst/>
          </a:prstGeom>
        </p:spPr>
      </p:pic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8A12D14C-7A9D-4768-8654-7A01191851A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023" y="2367567"/>
            <a:ext cx="1692916" cy="1212672"/>
          </a:xfrm>
          <a:prstGeom prst="rect">
            <a:avLst/>
          </a:prstGeom>
        </p:spPr>
      </p:pic>
      <p:sp>
        <p:nvSpPr>
          <p:cNvPr id="17" name="Рисунок 2">
            <a:extLst>
              <a:ext uri="{FF2B5EF4-FFF2-40B4-BE49-F238E27FC236}">
                <a16:creationId xmlns:a16="http://schemas.microsoft.com/office/drawing/2014/main" id="{202F8008-6AB2-4D9E-AA5F-570E068E0513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8750783" y="3658787"/>
            <a:ext cx="2599352" cy="2633250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15711212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604F006-3F59-462F-97DA-7EEC83BD3E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733AA50C-9DF1-4DAC-BDE3-EF6F091FAD1F}"/>
              </a:ext>
            </a:extLst>
          </p:cNvPr>
          <p:cNvSpPr/>
          <p:nvPr userDrawn="1"/>
        </p:nvSpPr>
        <p:spPr>
          <a:xfrm rot="10800000" flipV="1">
            <a:off x="1" y="5978173"/>
            <a:ext cx="5823098" cy="879827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Заголовок 1">
            <a:extLst>
              <a:ext uri="{FF2B5EF4-FFF2-40B4-BE49-F238E27FC236}">
                <a16:creationId xmlns:a16="http://schemas.microsoft.com/office/drawing/2014/main" id="{707A50E4-E8C0-4923-A568-FAFD9057F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1022"/>
            <a:ext cx="10515600" cy="685198"/>
          </a:xfrm>
          <a:prstGeom prst="rect">
            <a:avLst/>
          </a:prstGeom>
        </p:spPr>
        <p:txBody>
          <a:bodyPr/>
          <a:lstStyle>
            <a:lvl1pPr algn="r">
              <a:defRPr sz="36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C33275D3-2A06-40FE-B3BD-DE9335308107}"/>
              </a:ext>
            </a:extLst>
          </p:cNvPr>
          <p:cNvSpPr/>
          <p:nvPr userDrawn="1"/>
        </p:nvSpPr>
        <p:spPr>
          <a:xfrm rot="10800000" flipV="1">
            <a:off x="4762" y="5723572"/>
            <a:ext cx="6229350" cy="919867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3D8E3810-7050-43C5-BABF-A86E401B8C16}"/>
              </a:ext>
            </a:extLst>
          </p:cNvPr>
          <p:cNvSpPr/>
          <p:nvPr userDrawn="1"/>
        </p:nvSpPr>
        <p:spPr>
          <a:xfrm flipV="1">
            <a:off x="5498433" y="1200188"/>
            <a:ext cx="6693568" cy="45719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759F9563-860D-474A-8507-E600BA0F0891}"/>
              </a:ext>
            </a:extLst>
          </p:cNvPr>
          <p:cNvSpPr/>
          <p:nvPr userDrawn="1"/>
        </p:nvSpPr>
        <p:spPr>
          <a:xfrm rot="10800000" flipV="1">
            <a:off x="0" y="6602004"/>
            <a:ext cx="6368901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Рисунок 2">
            <a:extLst>
              <a:ext uri="{FF2B5EF4-FFF2-40B4-BE49-F238E27FC236}">
                <a16:creationId xmlns:a16="http://schemas.microsoft.com/office/drawing/2014/main" id="{9BFD97BE-C92E-46CC-916B-6DCBABDAB722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8966579" y="1769784"/>
            <a:ext cx="2398613" cy="188346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5" name="Рисунок 2">
            <a:extLst>
              <a:ext uri="{FF2B5EF4-FFF2-40B4-BE49-F238E27FC236}">
                <a16:creationId xmlns:a16="http://schemas.microsoft.com/office/drawing/2014/main" id="{C827221D-5644-4382-96CA-E2EEC1685914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8997226" y="3877120"/>
            <a:ext cx="2398613" cy="188346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6" name="Рисунок 2">
            <a:extLst>
              <a:ext uri="{FF2B5EF4-FFF2-40B4-BE49-F238E27FC236}">
                <a16:creationId xmlns:a16="http://schemas.microsoft.com/office/drawing/2014/main" id="{9638E449-4402-4157-A861-798A82CE7AC2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341378" y="1769784"/>
            <a:ext cx="2398613" cy="188346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7" name="Рисунок 2">
            <a:extLst>
              <a:ext uri="{FF2B5EF4-FFF2-40B4-BE49-F238E27FC236}">
                <a16:creationId xmlns:a16="http://schemas.microsoft.com/office/drawing/2014/main" id="{C21B6B8F-F168-41D3-B34D-6E242E861766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372025" y="3877120"/>
            <a:ext cx="2398613" cy="1883462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39" name="Текст 3">
            <a:extLst>
              <a:ext uri="{FF2B5EF4-FFF2-40B4-BE49-F238E27FC236}">
                <a16:creationId xmlns:a16="http://schemas.microsoft.com/office/drawing/2014/main" id="{08A87CB2-C48E-4029-86EE-E3BC409051A5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808" y="1769783"/>
            <a:ext cx="5318629" cy="39908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Текст слайда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842B73D4-797B-4CE1-AD48-FE6634360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>
            <a:off x="1175740" y="-1"/>
            <a:ext cx="1352217" cy="906603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0466A598-95B8-4F07-8DF8-2B1224CE4C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 rot="10800000">
            <a:off x="10057541" y="5950304"/>
            <a:ext cx="1352217" cy="906603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7491F72E-8B39-47EF-A2BA-0616A85F2F5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37" y="314325"/>
            <a:ext cx="605045" cy="608316"/>
          </a:xfrm>
          <a:prstGeom prst="rect">
            <a:avLst/>
          </a:prstGeom>
        </p:spPr>
      </p:pic>
      <p:graphicFrame>
        <p:nvGraphicFramePr>
          <p:cNvPr id="43" name="Объект 42">
            <a:extLst>
              <a:ext uri="{FF2B5EF4-FFF2-40B4-BE49-F238E27FC236}">
                <a16:creationId xmlns:a16="http://schemas.microsoft.com/office/drawing/2014/main" id="{B5EDC34A-EB84-4B2C-97E5-BF93C1E83BA0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2016806005"/>
              </p:ext>
            </p:extLst>
          </p:nvPr>
        </p:nvGraphicFramePr>
        <p:xfrm>
          <a:off x="2366048" y="1234378"/>
          <a:ext cx="1139950" cy="335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875" name="CorelDRAW" r:id="rId5" imgW="443262" imgH="130424" progId="CorelDraw.Graphic.22">
                  <p:embed/>
                </p:oleObj>
              </mc:Choice>
              <mc:Fallback>
                <p:oleObj name="CorelDRAW" r:id="rId5" imgW="443262" imgH="130424" progId="CorelDraw.Graphic.22">
                  <p:embed/>
                  <p:pic>
                    <p:nvPicPr>
                      <p:cNvPr id="29" name="Объект 28">
                        <a:extLst>
                          <a:ext uri="{FF2B5EF4-FFF2-40B4-BE49-F238E27FC236}">
                            <a16:creationId xmlns:a16="http://schemas.microsoft.com/office/drawing/2014/main" id="{6DDD20AC-ACFC-415C-81F2-7653689808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66048" y="1234378"/>
                        <a:ext cx="1139950" cy="335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009D7E50-822C-495B-943C-D42A86D6932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03514">
            <a:off x="8808635" y="5771327"/>
            <a:ext cx="435037" cy="917180"/>
          </a:xfrm>
          <a:prstGeom prst="rect">
            <a:avLst/>
          </a:prstGeom>
        </p:spPr>
      </p:pic>
      <p:pic>
        <p:nvPicPr>
          <p:cNvPr id="50" name="Рисунок 49">
            <a:extLst>
              <a:ext uri="{FF2B5EF4-FFF2-40B4-BE49-F238E27FC236}">
                <a16:creationId xmlns:a16="http://schemas.microsoft.com/office/drawing/2014/main" id="{0AEEE465-2269-4403-A391-4C1CD6D3E6B5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385" y="6015142"/>
            <a:ext cx="448892" cy="454434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CDB5966A-E4E0-414F-B546-642B5920BF1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0660" y="5972247"/>
            <a:ext cx="493227" cy="551416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:a16="http://schemas.microsoft.com/office/drawing/2014/main" id="{6BC9915C-BA1A-4362-866C-91B650CEB81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1092" y="5977551"/>
            <a:ext cx="687192" cy="55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156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604F006-3F59-462F-97DA-7EEC83BD3EF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2" name="Заголовок 1">
            <a:extLst>
              <a:ext uri="{FF2B5EF4-FFF2-40B4-BE49-F238E27FC236}">
                <a16:creationId xmlns:a16="http://schemas.microsoft.com/office/drawing/2014/main" id="{707A50E4-E8C0-4923-A568-FAFD9057FE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1022"/>
            <a:ext cx="10515600" cy="685198"/>
          </a:xfrm>
          <a:prstGeom prst="rect">
            <a:avLst/>
          </a:prstGeom>
        </p:spPr>
        <p:txBody>
          <a:bodyPr/>
          <a:lstStyle>
            <a:lvl1pPr algn="r">
              <a:defRPr sz="36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заголовок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3D8E3810-7050-43C5-BABF-A86E401B8C16}"/>
              </a:ext>
            </a:extLst>
          </p:cNvPr>
          <p:cNvSpPr/>
          <p:nvPr userDrawn="1"/>
        </p:nvSpPr>
        <p:spPr>
          <a:xfrm flipV="1">
            <a:off x="5498433" y="1200188"/>
            <a:ext cx="6693568" cy="45719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Рисунок 2">
            <a:extLst>
              <a:ext uri="{FF2B5EF4-FFF2-40B4-BE49-F238E27FC236}">
                <a16:creationId xmlns:a16="http://schemas.microsoft.com/office/drawing/2014/main" id="{C827221D-5644-4382-96CA-E2EEC1685914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8403552" y="1906072"/>
            <a:ext cx="3087537" cy="3800763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C69B362-AC03-4416-8C01-EE421910A527}"/>
              </a:ext>
            </a:extLst>
          </p:cNvPr>
          <p:cNvSpPr/>
          <p:nvPr userDrawn="1"/>
        </p:nvSpPr>
        <p:spPr>
          <a:xfrm rot="10800000" flipV="1">
            <a:off x="1" y="5978173"/>
            <a:ext cx="5823098" cy="879827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41F41B1B-E35C-4632-9C65-33163CCE90E3}"/>
              </a:ext>
            </a:extLst>
          </p:cNvPr>
          <p:cNvSpPr/>
          <p:nvPr userDrawn="1"/>
        </p:nvSpPr>
        <p:spPr>
          <a:xfrm rot="10800000" flipV="1">
            <a:off x="4762" y="5723572"/>
            <a:ext cx="6229350" cy="919867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6AA056E8-4F1A-4AB9-8ED5-2E9CEF4F0ADC}"/>
              </a:ext>
            </a:extLst>
          </p:cNvPr>
          <p:cNvSpPr/>
          <p:nvPr userDrawn="1"/>
        </p:nvSpPr>
        <p:spPr>
          <a:xfrm rot="10800000" flipV="1">
            <a:off x="0" y="6602004"/>
            <a:ext cx="6368901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431CB353-9CEE-42D9-AF06-5C2B3103E2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>
            <a:off x="1175740" y="-1"/>
            <a:ext cx="1352217" cy="906603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F3B5914A-9052-46C5-93CB-994C52794B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 rot="10800000">
            <a:off x="10057541" y="5950304"/>
            <a:ext cx="1352217" cy="906603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B8DDFC53-4690-4BEE-B66E-E5B0F6B63E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37" y="314325"/>
            <a:ext cx="605045" cy="608316"/>
          </a:xfrm>
          <a:prstGeom prst="rect">
            <a:avLst/>
          </a:prstGeom>
        </p:spPr>
      </p:pic>
      <p:graphicFrame>
        <p:nvGraphicFramePr>
          <p:cNvPr id="41" name="Объект 40">
            <a:extLst>
              <a:ext uri="{FF2B5EF4-FFF2-40B4-BE49-F238E27FC236}">
                <a16:creationId xmlns:a16="http://schemas.microsoft.com/office/drawing/2014/main" id="{3C840DAC-BA81-4EFD-BEEA-04FD45A1A17C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956606257"/>
              </p:ext>
            </p:extLst>
          </p:nvPr>
        </p:nvGraphicFramePr>
        <p:xfrm>
          <a:off x="2366048" y="1234378"/>
          <a:ext cx="1139950" cy="335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10" name="CorelDRAW" r:id="rId5" imgW="443262" imgH="130424" progId="CorelDraw.Graphic.22">
                  <p:embed/>
                </p:oleObj>
              </mc:Choice>
              <mc:Fallback>
                <p:oleObj name="CorelDRAW" r:id="rId5" imgW="443262" imgH="130424" progId="CorelDraw.Graphic.22">
                  <p:embed/>
                  <p:pic>
                    <p:nvPicPr>
                      <p:cNvPr id="43" name="Объект 42">
                        <a:extLst>
                          <a:ext uri="{FF2B5EF4-FFF2-40B4-BE49-F238E27FC236}">
                            <a16:creationId xmlns:a16="http://schemas.microsoft.com/office/drawing/2014/main" id="{B5EDC34A-EB84-4B2C-97E5-BF93C1E83B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66048" y="1234378"/>
                        <a:ext cx="1139950" cy="335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3" name="Рисунок 42">
            <a:extLst>
              <a:ext uri="{FF2B5EF4-FFF2-40B4-BE49-F238E27FC236}">
                <a16:creationId xmlns:a16="http://schemas.microsoft.com/office/drawing/2014/main" id="{84B4E34E-6284-4335-B9CF-E9C0E8F3434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681" y="5291195"/>
            <a:ext cx="446121" cy="415640"/>
          </a:xfrm>
          <a:prstGeom prst="rect">
            <a:avLst/>
          </a:prstGeom>
        </p:spPr>
      </p:pic>
      <p:pic>
        <p:nvPicPr>
          <p:cNvPr id="48" name="Рисунок 47">
            <a:extLst>
              <a:ext uri="{FF2B5EF4-FFF2-40B4-BE49-F238E27FC236}">
                <a16:creationId xmlns:a16="http://schemas.microsoft.com/office/drawing/2014/main" id="{8E76F208-9C1E-4DBC-9ACB-BA29CFFAF94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03514">
            <a:off x="8808635" y="5771327"/>
            <a:ext cx="435037" cy="917180"/>
          </a:xfrm>
          <a:prstGeom prst="rect">
            <a:avLst/>
          </a:prstGeom>
        </p:spPr>
      </p:pic>
      <p:pic>
        <p:nvPicPr>
          <p:cNvPr id="49" name="Рисунок 48">
            <a:extLst>
              <a:ext uri="{FF2B5EF4-FFF2-40B4-BE49-F238E27FC236}">
                <a16:creationId xmlns:a16="http://schemas.microsoft.com/office/drawing/2014/main" id="{90CFA98F-398A-4C5C-BA70-12DF1AD6A216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385" y="6015142"/>
            <a:ext cx="448892" cy="454434"/>
          </a:xfrm>
          <a:prstGeom prst="rect">
            <a:avLst/>
          </a:prstGeom>
        </p:spPr>
      </p:pic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1926BDFB-1FC2-414F-AECA-84C08BC1DABB}"/>
              </a:ext>
            </a:extLst>
          </p:cNvPr>
          <p:cNvCxnSpPr>
            <a:cxnSpLocks/>
          </p:cNvCxnSpPr>
          <p:nvPr userDrawn="1"/>
        </p:nvCxnSpPr>
        <p:spPr>
          <a:xfrm>
            <a:off x="2480903" y="6165906"/>
            <a:ext cx="504177" cy="0"/>
          </a:xfrm>
          <a:prstGeom prst="line">
            <a:avLst/>
          </a:prstGeom>
          <a:ln w="19050">
            <a:solidFill>
              <a:srgbClr val="FFEC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1" name="Прямая соединительная линия 50">
            <a:extLst>
              <a:ext uri="{FF2B5EF4-FFF2-40B4-BE49-F238E27FC236}">
                <a16:creationId xmlns:a16="http://schemas.microsoft.com/office/drawing/2014/main" id="{723DA553-EB14-497F-8D6E-46A102015141}"/>
              </a:ext>
            </a:extLst>
          </p:cNvPr>
          <p:cNvCxnSpPr>
            <a:cxnSpLocks/>
          </p:cNvCxnSpPr>
          <p:nvPr userDrawn="1"/>
        </p:nvCxnSpPr>
        <p:spPr>
          <a:xfrm>
            <a:off x="2347056" y="6008205"/>
            <a:ext cx="504177" cy="0"/>
          </a:xfrm>
          <a:prstGeom prst="line">
            <a:avLst/>
          </a:prstGeom>
          <a:ln w="19050">
            <a:solidFill>
              <a:srgbClr val="FFEC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2" name="Прямая соединительная линия 51">
            <a:extLst>
              <a:ext uri="{FF2B5EF4-FFF2-40B4-BE49-F238E27FC236}">
                <a16:creationId xmlns:a16="http://schemas.microsoft.com/office/drawing/2014/main" id="{A2313C24-1E65-4944-AE7F-94CDE3F30A6A}"/>
              </a:ext>
            </a:extLst>
          </p:cNvPr>
          <p:cNvCxnSpPr>
            <a:cxnSpLocks/>
          </p:cNvCxnSpPr>
          <p:nvPr userDrawn="1"/>
        </p:nvCxnSpPr>
        <p:spPr>
          <a:xfrm>
            <a:off x="2599144" y="5850504"/>
            <a:ext cx="404489" cy="0"/>
          </a:xfrm>
          <a:prstGeom prst="line">
            <a:avLst/>
          </a:prstGeom>
          <a:ln w="19050">
            <a:solidFill>
              <a:srgbClr val="FFEC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3" name="Прямая соединительная линия 52">
            <a:extLst>
              <a:ext uri="{FF2B5EF4-FFF2-40B4-BE49-F238E27FC236}">
                <a16:creationId xmlns:a16="http://schemas.microsoft.com/office/drawing/2014/main" id="{A2B78CE5-5F1D-4023-8B78-02824982DB4E}"/>
              </a:ext>
            </a:extLst>
          </p:cNvPr>
          <p:cNvCxnSpPr>
            <a:cxnSpLocks/>
          </p:cNvCxnSpPr>
          <p:nvPr userDrawn="1"/>
        </p:nvCxnSpPr>
        <p:spPr>
          <a:xfrm>
            <a:off x="2245762" y="6165906"/>
            <a:ext cx="129976" cy="0"/>
          </a:xfrm>
          <a:prstGeom prst="line">
            <a:avLst/>
          </a:prstGeom>
          <a:ln w="19050">
            <a:solidFill>
              <a:srgbClr val="FFEC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290BA582-AD2C-48FD-8D56-9547EFE5DDA9}"/>
              </a:ext>
            </a:extLst>
          </p:cNvPr>
          <p:cNvCxnSpPr>
            <a:cxnSpLocks/>
          </p:cNvCxnSpPr>
          <p:nvPr userDrawn="1"/>
        </p:nvCxnSpPr>
        <p:spPr>
          <a:xfrm>
            <a:off x="3068757" y="5850504"/>
            <a:ext cx="129976" cy="0"/>
          </a:xfrm>
          <a:prstGeom prst="line">
            <a:avLst/>
          </a:prstGeom>
          <a:ln w="19050">
            <a:solidFill>
              <a:srgbClr val="FFEC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8EFDFFDC-55CB-42CE-8965-3B07F4E066F8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924" y="5310991"/>
            <a:ext cx="1692916" cy="1212672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88AA594B-C770-46AE-8376-337FBD88EA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634" y="5972247"/>
            <a:ext cx="493227" cy="551416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F2AD4488-FCCF-4E3B-A34A-44D3D7FBD86A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066" y="5977551"/>
            <a:ext cx="687192" cy="559729"/>
          </a:xfrm>
          <a:prstGeom prst="rect">
            <a:avLst/>
          </a:prstGeom>
        </p:spPr>
      </p:pic>
      <p:sp>
        <p:nvSpPr>
          <p:cNvPr id="27" name="Рисунок 2">
            <a:extLst>
              <a:ext uri="{FF2B5EF4-FFF2-40B4-BE49-F238E27FC236}">
                <a16:creationId xmlns:a16="http://schemas.microsoft.com/office/drawing/2014/main" id="{C21B6B8F-F168-41D3-B34D-6E242E861766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5025432" y="1906072"/>
            <a:ext cx="3087537" cy="3800763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8" name="Текст 3">
            <a:extLst>
              <a:ext uri="{FF2B5EF4-FFF2-40B4-BE49-F238E27FC236}">
                <a16:creationId xmlns:a16="http://schemas.microsoft.com/office/drawing/2014/main" id="{56CD7151-B7FA-43CD-90C0-1A1F641BD3B7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9650" y="1906072"/>
            <a:ext cx="3905200" cy="337559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10611359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6876E47-C500-460D-B893-B16EA3142BB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9F0C617F-1366-4C40-B21C-5140B25C90F7}"/>
              </a:ext>
            </a:extLst>
          </p:cNvPr>
          <p:cNvSpPr/>
          <p:nvPr userDrawn="1"/>
        </p:nvSpPr>
        <p:spPr>
          <a:xfrm rot="10800000" flipV="1">
            <a:off x="1" y="5978173"/>
            <a:ext cx="5823098" cy="879827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3ECD21E6-CC3A-482E-BA03-8254C27A25C2}"/>
              </a:ext>
            </a:extLst>
          </p:cNvPr>
          <p:cNvSpPr/>
          <p:nvPr userDrawn="1"/>
        </p:nvSpPr>
        <p:spPr>
          <a:xfrm rot="10800000" flipV="1">
            <a:off x="4762" y="5723572"/>
            <a:ext cx="6229350" cy="919867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0" name="Прямоугольник 49">
            <a:extLst>
              <a:ext uri="{FF2B5EF4-FFF2-40B4-BE49-F238E27FC236}">
                <a16:creationId xmlns:a16="http://schemas.microsoft.com/office/drawing/2014/main" id="{ACCBC748-7F0E-4AA5-833F-C3C974F9B94A}"/>
              </a:ext>
            </a:extLst>
          </p:cNvPr>
          <p:cNvSpPr/>
          <p:nvPr userDrawn="1"/>
        </p:nvSpPr>
        <p:spPr>
          <a:xfrm rot="10800000" flipV="1">
            <a:off x="0" y="6602004"/>
            <a:ext cx="6368901" cy="457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1" name="Рисунок 50">
            <a:extLst>
              <a:ext uri="{FF2B5EF4-FFF2-40B4-BE49-F238E27FC236}">
                <a16:creationId xmlns:a16="http://schemas.microsoft.com/office/drawing/2014/main" id="{557DCCFA-5FAE-4BF1-947E-B29A026FAF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>
            <a:off x="1175740" y="-1"/>
            <a:ext cx="1352217" cy="906603"/>
          </a:xfrm>
          <a:prstGeom prst="rect">
            <a:avLst/>
          </a:prstGeom>
        </p:spPr>
      </p:pic>
      <p:pic>
        <p:nvPicPr>
          <p:cNvPr id="52" name="Рисунок 51">
            <a:extLst>
              <a:ext uri="{FF2B5EF4-FFF2-40B4-BE49-F238E27FC236}">
                <a16:creationId xmlns:a16="http://schemas.microsoft.com/office/drawing/2014/main" id="{1EF7276D-0235-4960-AE0B-44B0FBFC7D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16"/>
          <a:stretch/>
        </p:blipFill>
        <p:spPr>
          <a:xfrm rot="10800000">
            <a:off x="10057541" y="5950304"/>
            <a:ext cx="1352217" cy="906603"/>
          </a:xfrm>
          <a:prstGeom prst="rect">
            <a:avLst/>
          </a:prstGeom>
        </p:spPr>
      </p:pic>
      <p:pic>
        <p:nvPicPr>
          <p:cNvPr id="53" name="Рисунок 52">
            <a:extLst>
              <a:ext uri="{FF2B5EF4-FFF2-40B4-BE49-F238E27FC236}">
                <a16:creationId xmlns:a16="http://schemas.microsoft.com/office/drawing/2014/main" id="{525D375F-355E-41E4-9EC1-F12B006B6DE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337" y="314325"/>
            <a:ext cx="605045" cy="608316"/>
          </a:xfrm>
          <a:prstGeom prst="rect">
            <a:avLst/>
          </a:prstGeom>
        </p:spPr>
      </p:pic>
      <p:graphicFrame>
        <p:nvGraphicFramePr>
          <p:cNvPr id="54" name="Объект 53">
            <a:extLst>
              <a:ext uri="{FF2B5EF4-FFF2-40B4-BE49-F238E27FC236}">
                <a16:creationId xmlns:a16="http://schemas.microsoft.com/office/drawing/2014/main" id="{2E4F1DD7-F025-4A7C-8BCA-ADA5070528B9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682695341"/>
              </p:ext>
            </p:extLst>
          </p:nvPr>
        </p:nvGraphicFramePr>
        <p:xfrm>
          <a:off x="2366048" y="1234378"/>
          <a:ext cx="1139950" cy="335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947" name="CorelDRAW" r:id="rId5" imgW="443262" imgH="130424" progId="CorelDraw.Graphic.22">
                  <p:embed/>
                </p:oleObj>
              </mc:Choice>
              <mc:Fallback>
                <p:oleObj name="CorelDRAW" r:id="rId5" imgW="443262" imgH="130424" progId="CorelDraw.Graphic.22">
                  <p:embed/>
                  <p:pic>
                    <p:nvPicPr>
                      <p:cNvPr id="41" name="Объект 40">
                        <a:extLst>
                          <a:ext uri="{FF2B5EF4-FFF2-40B4-BE49-F238E27FC236}">
                            <a16:creationId xmlns:a16="http://schemas.microsoft.com/office/drawing/2014/main" id="{3C840DAC-BA81-4EFD-BEEA-04FD45A1A1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366048" y="1234378"/>
                        <a:ext cx="1139950" cy="335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5" name="Рисунок 54">
            <a:extLst>
              <a:ext uri="{FF2B5EF4-FFF2-40B4-BE49-F238E27FC236}">
                <a16:creationId xmlns:a16="http://schemas.microsoft.com/office/drawing/2014/main" id="{3C3B6741-8FE4-4D36-B505-86DDE27B602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4681" y="5291195"/>
            <a:ext cx="446121" cy="415640"/>
          </a:xfrm>
          <a:prstGeom prst="rect">
            <a:avLst/>
          </a:prstGeom>
        </p:spPr>
      </p:pic>
      <p:pic>
        <p:nvPicPr>
          <p:cNvPr id="56" name="Рисунок 55">
            <a:extLst>
              <a:ext uri="{FF2B5EF4-FFF2-40B4-BE49-F238E27FC236}">
                <a16:creationId xmlns:a16="http://schemas.microsoft.com/office/drawing/2014/main" id="{536C3D65-FC77-4F8C-87F6-8E421A94269B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203514">
            <a:off x="8808635" y="5771327"/>
            <a:ext cx="435037" cy="917180"/>
          </a:xfrm>
          <a:prstGeom prst="rect">
            <a:avLst/>
          </a:prstGeom>
        </p:spPr>
      </p:pic>
      <p:pic>
        <p:nvPicPr>
          <p:cNvPr id="57" name="Рисунок 56">
            <a:extLst>
              <a:ext uri="{FF2B5EF4-FFF2-40B4-BE49-F238E27FC236}">
                <a16:creationId xmlns:a16="http://schemas.microsoft.com/office/drawing/2014/main" id="{14347922-FCB4-4690-8B3B-05453C318BF2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385" y="6015142"/>
            <a:ext cx="448892" cy="454434"/>
          </a:xfrm>
          <a:prstGeom prst="rect">
            <a:avLst/>
          </a:prstGeom>
        </p:spPr>
      </p:pic>
      <p:cxnSp>
        <p:nvCxnSpPr>
          <p:cNvPr id="58" name="Прямая соединительная линия 57">
            <a:extLst>
              <a:ext uri="{FF2B5EF4-FFF2-40B4-BE49-F238E27FC236}">
                <a16:creationId xmlns:a16="http://schemas.microsoft.com/office/drawing/2014/main" id="{B42EF22E-5FB8-4A47-99C7-4FB17FE74A25}"/>
              </a:ext>
            </a:extLst>
          </p:cNvPr>
          <p:cNvCxnSpPr>
            <a:cxnSpLocks/>
          </p:cNvCxnSpPr>
          <p:nvPr userDrawn="1"/>
        </p:nvCxnSpPr>
        <p:spPr>
          <a:xfrm>
            <a:off x="2480903" y="6165906"/>
            <a:ext cx="504177" cy="0"/>
          </a:xfrm>
          <a:prstGeom prst="line">
            <a:avLst/>
          </a:prstGeom>
          <a:ln w="19050">
            <a:solidFill>
              <a:srgbClr val="FFEC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>
            <a:extLst>
              <a:ext uri="{FF2B5EF4-FFF2-40B4-BE49-F238E27FC236}">
                <a16:creationId xmlns:a16="http://schemas.microsoft.com/office/drawing/2014/main" id="{DC879E8D-409C-4DAB-881C-A8BA1C0615FF}"/>
              </a:ext>
            </a:extLst>
          </p:cNvPr>
          <p:cNvCxnSpPr>
            <a:cxnSpLocks/>
          </p:cNvCxnSpPr>
          <p:nvPr userDrawn="1"/>
        </p:nvCxnSpPr>
        <p:spPr>
          <a:xfrm>
            <a:off x="2347056" y="6008205"/>
            <a:ext cx="504177" cy="0"/>
          </a:xfrm>
          <a:prstGeom prst="line">
            <a:avLst/>
          </a:prstGeom>
          <a:ln w="19050">
            <a:solidFill>
              <a:srgbClr val="FFEC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>
            <a:extLst>
              <a:ext uri="{FF2B5EF4-FFF2-40B4-BE49-F238E27FC236}">
                <a16:creationId xmlns:a16="http://schemas.microsoft.com/office/drawing/2014/main" id="{4CB3884B-181A-4472-AF2F-ADACFC1F2671}"/>
              </a:ext>
            </a:extLst>
          </p:cNvPr>
          <p:cNvCxnSpPr>
            <a:cxnSpLocks/>
          </p:cNvCxnSpPr>
          <p:nvPr userDrawn="1"/>
        </p:nvCxnSpPr>
        <p:spPr>
          <a:xfrm>
            <a:off x="2599144" y="5850504"/>
            <a:ext cx="404489" cy="0"/>
          </a:xfrm>
          <a:prstGeom prst="line">
            <a:avLst/>
          </a:prstGeom>
          <a:ln w="19050">
            <a:solidFill>
              <a:srgbClr val="FFEC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5DE72373-DA22-4507-8243-6FD3AC9EB677}"/>
              </a:ext>
            </a:extLst>
          </p:cNvPr>
          <p:cNvCxnSpPr>
            <a:cxnSpLocks/>
          </p:cNvCxnSpPr>
          <p:nvPr userDrawn="1"/>
        </p:nvCxnSpPr>
        <p:spPr>
          <a:xfrm>
            <a:off x="2245762" y="6165906"/>
            <a:ext cx="129976" cy="0"/>
          </a:xfrm>
          <a:prstGeom prst="line">
            <a:avLst/>
          </a:prstGeom>
          <a:ln w="19050">
            <a:solidFill>
              <a:srgbClr val="FFEC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0CA1239A-E2B7-4905-A31B-58463B2FFC05}"/>
              </a:ext>
            </a:extLst>
          </p:cNvPr>
          <p:cNvCxnSpPr>
            <a:cxnSpLocks/>
          </p:cNvCxnSpPr>
          <p:nvPr userDrawn="1"/>
        </p:nvCxnSpPr>
        <p:spPr>
          <a:xfrm>
            <a:off x="3068757" y="5850504"/>
            <a:ext cx="129976" cy="0"/>
          </a:xfrm>
          <a:prstGeom prst="line">
            <a:avLst/>
          </a:prstGeom>
          <a:ln w="19050">
            <a:solidFill>
              <a:srgbClr val="FFEC00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63" name="Рисунок 62">
            <a:extLst>
              <a:ext uri="{FF2B5EF4-FFF2-40B4-BE49-F238E27FC236}">
                <a16:creationId xmlns:a16="http://schemas.microsoft.com/office/drawing/2014/main" id="{1BE14644-47B1-4AFA-B1C9-585C9AC0DD9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924" y="5310991"/>
            <a:ext cx="1692916" cy="1212672"/>
          </a:xfrm>
          <a:prstGeom prst="rect">
            <a:avLst/>
          </a:prstGeom>
        </p:spPr>
      </p:pic>
      <p:pic>
        <p:nvPicPr>
          <p:cNvPr id="64" name="Рисунок 63">
            <a:extLst>
              <a:ext uri="{FF2B5EF4-FFF2-40B4-BE49-F238E27FC236}">
                <a16:creationId xmlns:a16="http://schemas.microsoft.com/office/drawing/2014/main" id="{AF447C13-5068-423C-8DBD-28BB7A313A38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634" y="5972247"/>
            <a:ext cx="493227" cy="551416"/>
          </a:xfrm>
          <a:prstGeom prst="rect">
            <a:avLst/>
          </a:prstGeom>
        </p:spPr>
      </p:pic>
      <p:pic>
        <p:nvPicPr>
          <p:cNvPr id="65" name="Рисунок 64">
            <a:extLst>
              <a:ext uri="{FF2B5EF4-FFF2-40B4-BE49-F238E27FC236}">
                <a16:creationId xmlns:a16="http://schemas.microsoft.com/office/drawing/2014/main" id="{023A29A9-D81C-491B-92C6-F39692C2AD99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6066" y="5977551"/>
            <a:ext cx="687192" cy="559729"/>
          </a:xfrm>
          <a:prstGeom prst="rect">
            <a:avLst/>
          </a:prstGeom>
        </p:spPr>
      </p:pic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06881CDE-03FD-4A4C-855F-29AE3CDFB3B5}"/>
              </a:ext>
            </a:extLst>
          </p:cNvPr>
          <p:cNvSpPr/>
          <p:nvPr userDrawn="1"/>
        </p:nvSpPr>
        <p:spPr>
          <a:xfrm flipV="1">
            <a:off x="5498432" y="1113928"/>
            <a:ext cx="6693568" cy="45719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Прямоугольник 67">
            <a:extLst>
              <a:ext uri="{FF2B5EF4-FFF2-40B4-BE49-F238E27FC236}">
                <a16:creationId xmlns:a16="http://schemas.microsoft.com/office/drawing/2014/main" id="{1E305601-AEBA-4FE1-9B4B-36B5A0AD9F67}"/>
              </a:ext>
            </a:extLst>
          </p:cNvPr>
          <p:cNvSpPr/>
          <p:nvPr userDrawn="1"/>
        </p:nvSpPr>
        <p:spPr>
          <a:xfrm>
            <a:off x="7194280" y="1616885"/>
            <a:ext cx="5000431" cy="45719"/>
          </a:xfrm>
          <a:prstGeom prst="rect">
            <a:avLst/>
          </a:prstGeom>
          <a:solidFill>
            <a:srgbClr val="FFEC00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9F619134-50AA-4A29-9811-28883D789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11021"/>
            <a:ext cx="10515600" cy="1150999"/>
          </a:xfrm>
          <a:prstGeom prst="rect">
            <a:avLst/>
          </a:prstGeom>
        </p:spPr>
        <p:txBody>
          <a:bodyPr/>
          <a:lstStyle>
            <a:lvl1pPr algn="r">
              <a:defRPr sz="360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Заголовок</a:t>
            </a:r>
            <a:br>
              <a:rPr lang="ru-RU" dirty="0"/>
            </a:br>
            <a:r>
              <a:rPr lang="ru-RU" dirty="0"/>
              <a:t>В две строки</a:t>
            </a:r>
          </a:p>
        </p:txBody>
      </p:sp>
      <p:sp>
        <p:nvSpPr>
          <p:cNvPr id="28" name="Рисунок 2">
            <a:extLst>
              <a:ext uri="{FF2B5EF4-FFF2-40B4-BE49-F238E27FC236}">
                <a16:creationId xmlns:a16="http://schemas.microsoft.com/office/drawing/2014/main" id="{86D9A737-F916-4CC6-A31E-103C651A57CC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8403552" y="1906072"/>
            <a:ext cx="3087537" cy="3800763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29" name="Рисунок 2">
            <a:extLst>
              <a:ext uri="{FF2B5EF4-FFF2-40B4-BE49-F238E27FC236}">
                <a16:creationId xmlns:a16="http://schemas.microsoft.com/office/drawing/2014/main" id="{C5FCB67C-8E97-420E-B319-33878A8929F5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5025432" y="1906072"/>
            <a:ext cx="3087537" cy="3800763"/>
          </a:xfrm>
          <a:prstGeom prst="rect">
            <a:avLst/>
          </a:prstGeom>
          <a:solidFill>
            <a:schemeClr val="bg1"/>
          </a:solidFill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</a:p>
        </p:txBody>
      </p:sp>
      <p:sp>
        <p:nvSpPr>
          <p:cNvPr id="30" name="Текст 3">
            <a:extLst>
              <a:ext uri="{FF2B5EF4-FFF2-40B4-BE49-F238E27FC236}">
                <a16:creationId xmlns:a16="http://schemas.microsoft.com/office/drawing/2014/main" id="{10369DC1-13DF-4427-B9C9-9DFCD3A988A3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9650" y="1906072"/>
            <a:ext cx="3905200" cy="3375597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Текст слайда</a:t>
            </a:r>
          </a:p>
        </p:txBody>
      </p:sp>
    </p:spTree>
    <p:extLst>
      <p:ext uri="{BB962C8B-B14F-4D97-AF65-F5344CB8AC3E}">
        <p14:creationId xmlns:p14="http://schemas.microsoft.com/office/powerpoint/2010/main" val="571187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B020241-682E-4ABF-AD46-F1C464436E6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AED9E53-3B2D-4B77-8C40-CF2944451F1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939" y="4811300"/>
            <a:ext cx="5874384" cy="87561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2DDC34CA-5029-4060-B103-84F3E2FA02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837" y="1227945"/>
            <a:ext cx="4278325" cy="306465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64A7446-F37F-4964-B5F5-6DFFAB7FDB2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" y="-38098"/>
            <a:ext cx="862981" cy="693419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F8D209C-7871-43B8-BDE3-2F54582B8AF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348067" y="-38100"/>
            <a:ext cx="862981" cy="6934198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1E8CE2-5E89-4F35-B89D-6E98B5F47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654" y="4811300"/>
            <a:ext cx="5618746" cy="818756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206993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49A29E8-23B2-4691-906F-3AE912EC846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C2F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05BD187-8497-4BF6-A853-3D1FC9E91837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6837" y="1227945"/>
            <a:ext cx="4278325" cy="3064655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43A9DDC-C73D-40B6-B0E0-E2B4DBE67232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" y="-38098"/>
            <a:ext cx="862981" cy="6934198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8274ED6-CE41-4BB9-B19F-F159DA81FD01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1348067" y="-38100"/>
            <a:ext cx="862981" cy="6934198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699231E-6B35-4965-BF4E-0368A2D476E2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8617" y="4800216"/>
            <a:ext cx="4585899" cy="8867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B3668B6-8693-47BD-8189-71065DEDEED5}"/>
              </a:ext>
            </a:extLst>
          </p:cNvPr>
          <p:cNvSpPr txBox="1"/>
          <p:nvPr userDrawn="1"/>
        </p:nvSpPr>
        <p:spPr>
          <a:xfrm>
            <a:off x="3968910" y="4590661"/>
            <a:ext cx="40223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5400" dirty="0">
                <a:latin typeface="Oks Free" panose="02000506030000020004" pitchFamily="50" charset="-52"/>
              </a:rPr>
              <a:t>ЯРКИЕ ЭМОЦИИ</a:t>
            </a:r>
          </a:p>
        </p:txBody>
      </p:sp>
    </p:spTree>
    <p:extLst>
      <p:ext uri="{BB962C8B-B14F-4D97-AF65-F5344CB8AC3E}">
        <p14:creationId xmlns:p14="http://schemas.microsoft.com/office/powerpoint/2010/main" val="176902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701" r:id="rId2"/>
    <p:sldLayoutId id="2147483664" r:id="rId3"/>
    <p:sldLayoutId id="2147483683" r:id="rId4"/>
    <p:sldLayoutId id="2147483704" r:id="rId5"/>
    <p:sldLayoutId id="2147483684" r:id="rId6"/>
    <p:sldLayoutId id="2147483685" r:id="rId7"/>
    <p:sldLayoutId id="2147483686" r:id="rId8"/>
    <p:sldLayoutId id="2147483687" r:id="rId9"/>
    <p:sldLayoutId id="2147483703" r:id="rId10"/>
    <p:sldLayoutId id="2147483690" r:id="rId11"/>
    <p:sldLayoutId id="2147483693" r:id="rId12"/>
    <p:sldLayoutId id="2147483695" r:id="rId13"/>
    <p:sldLayoutId id="2147483697" r:id="rId14"/>
    <p:sldLayoutId id="2147483698" r:id="rId15"/>
    <p:sldLayoutId id="2147483700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637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097E3DC0-CEEA-4AC3-819E-77A9CB501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0268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945380-7571-43E7-A2C7-0DD274C5B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7B46785-05F3-4688-A4C6-8DE55046DD6D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0B63774-C895-486C-8504-859FBD2CDFF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8898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31A5A-5027-4440-9E91-405984161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0C103BF-2332-45EC-B241-F555BF8C6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D78BF29-293B-46DD-9537-0A02CC97E413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3410835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62F441-25F1-491A-8785-893EB2955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1DC8517-9BC7-473C-9D02-A2C2A9ED00D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2002700-B36F-44C5-BB8B-0FBE748909FC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3865485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4">
            <a:extLst>
              <a:ext uri="{FF2B5EF4-FFF2-40B4-BE49-F238E27FC236}">
                <a16:creationId xmlns:a16="http://schemas.microsoft.com/office/drawing/2014/main" id="{8654A79B-195D-48F3-AD40-FA12C3E6A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E2A02-AE30-4891-8049-45D02A645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CFB32D59-C00D-4CE8-B662-47B9D3FC4D78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3271468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0ECC9F-270B-49D1-A7D7-B46370457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F66A67BA-C9B1-47E2-AEB9-56FFCA8EE02A}"/>
              </a:ext>
            </a:extLst>
          </p:cNvPr>
          <p:cNvSpPr>
            <a:spLocks noGrp="1"/>
          </p:cNvSpPr>
          <p:nvPr>
            <p:ph type="pic" idx="10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AF47F2D1-F01F-46BF-B15E-909EB261470D}"/>
              </a:ext>
            </a:extLst>
          </p:cNvPr>
          <p:cNvSpPr>
            <a:spLocks noGrp="1"/>
          </p:cNvSpPr>
          <p:nvPr>
            <p:ph type="pic" idx="11"/>
          </p:nvPr>
        </p:nvSpPr>
        <p:spPr/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B29B1E9-EB2D-4623-AB1A-282034EF58F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3B8C9B4-ABD0-4444-918D-04D2393C7932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9BC3D9A5-3FA2-4AF5-8242-772A102DD74D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4DEBA1E-798E-4DD3-9188-F1D1F1A9D8D9}"/>
              </a:ext>
            </a:extLst>
          </p:cNvPr>
          <p:cNvSpPr>
            <a:spLocks noGrp="1"/>
          </p:cNvSpPr>
          <p:nvPr>
            <p:ph type="pic" idx="17"/>
          </p:nvPr>
        </p:nvSpPr>
        <p:spPr/>
      </p:sp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12DCF323-4EFE-403E-9347-81AD9E5A7DF2}"/>
              </a:ext>
            </a:extLst>
          </p:cNvPr>
          <p:cNvSpPr>
            <a:spLocks noGrp="1"/>
          </p:cNvSpPr>
          <p:nvPr>
            <p:ph type="pic" idx="18"/>
          </p:nvPr>
        </p:nvSpPr>
        <p:spPr/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id="{5CD6020F-E674-48DB-8E8A-80718E423F64}"/>
              </a:ext>
            </a:extLst>
          </p:cNvPr>
          <p:cNvSpPr>
            <a:spLocks noGrp="1"/>
          </p:cNvSpPr>
          <p:nvPr>
            <p:ph type="pic" idx="19"/>
          </p:nvPr>
        </p:nvSpPr>
        <p:spPr/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1DC3D1A0-E5A4-418E-BDE6-6F5AABBF8535}"/>
              </a:ext>
            </a:extLst>
          </p:cNvPr>
          <p:cNvSpPr>
            <a:spLocks noGrp="1"/>
          </p:cNvSpPr>
          <p:nvPr>
            <p:ph type="body" sz="half" idx="2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4" name="Текст 13">
            <a:extLst>
              <a:ext uri="{FF2B5EF4-FFF2-40B4-BE49-F238E27FC236}">
                <a16:creationId xmlns:a16="http://schemas.microsoft.com/office/drawing/2014/main" id="{F3549B89-AC06-4FF3-983A-C54F9FCF9121}"/>
              </a:ext>
            </a:extLst>
          </p:cNvPr>
          <p:cNvSpPr>
            <a:spLocks noGrp="1"/>
          </p:cNvSpPr>
          <p:nvPr>
            <p:ph type="body" sz="half" idx="2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440A23EC-A449-456A-88C0-4FB07E40175F}"/>
              </a:ext>
            </a:extLst>
          </p:cNvPr>
          <p:cNvSpPr>
            <a:spLocks noGrp="1"/>
          </p:cNvSpPr>
          <p:nvPr>
            <p:ph type="body" sz="half" idx="2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5871DC1-3937-4D66-B37E-187D0FFDEAE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3329071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B43350-BD31-4E05-9544-3CC388B04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2D463CB-0ABF-48E8-98DD-43B512DB6AF4}"/>
              </a:ext>
            </a:extLst>
          </p:cNvPr>
          <p:cNvSpPr>
            <a:spLocks noGrp="1"/>
          </p:cNvSpPr>
          <p:nvPr>
            <p:ph type="body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EBC24C8-76EF-45F2-8EAA-FA72EA4112FA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</p:spTree>
    <p:extLst>
      <p:ext uri="{BB962C8B-B14F-4D97-AF65-F5344CB8AC3E}">
        <p14:creationId xmlns:p14="http://schemas.microsoft.com/office/powerpoint/2010/main" val="501578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E8E6995A-57FA-43B8-91F8-BF0ACE26D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A7A05F15-2FE8-4BE3-AD3A-535F55CC81B0}"/>
              </a:ext>
            </a:extLst>
          </p:cNvPr>
          <p:cNvSpPr>
            <a:spLocks noGrp="1"/>
          </p:cNvSpPr>
          <p:nvPr>
            <p:ph type="pic" idx="10"/>
          </p:nvPr>
        </p:nvSpPr>
        <p:spPr/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E30CE91-3D9B-4FAB-9189-4F33FE270D85}"/>
              </a:ext>
            </a:extLst>
          </p:cNvPr>
          <p:cNvSpPr>
            <a:spLocks noGrp="1"/>
          </p:cNvSpPr>
          <p:nvPr>
            <p:ph type="body" sz="half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A918687E-6812-49F0-8665-FF2767D9EC2B}"/>
              </a:ext>
            </a:extLst>
          </p:cNvPr>
          <p:cNvSpPr>
            <a:spLocks noGrp="1"/>
          </p:cNvSpPr>
          <p:nvPr>
            <p:ph type="pic" idx="13"/>
          </p:nvPr>
        </p:nvSpPr>
        <p:spPr/>
      </p:sp>
    </p:spTree>
    <p:extLst>
      <p:ext uri="{BB962C8B-B14F-4D97-AF65-F5344CB8AC3E}">
        <p14:creationId xmlns:p14="http://schemas.microsoft.com/office/powerpoint/2010/main" val="4051268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EF967D-E5B9-43C2-9034-937A4ACC3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9DBB5D27-078C-4296-831C-D88ECDBBC90D}"/>
              </a:ext>
            </a:extLst>
          </p:cNvPr>
          <p:cNvSpPr>
            <a:spLocks noGrp="1"/>
          </p:cNvSpPr>
          <p:nvPr>
            <p:ph type="pic" idx="11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3C0353FD-E25C-4EA6-9EC2-29A03AB33D90}"/>
              </a:ext>
            </a:extLst>
          </p:cNvPr>
          <p:cNvSpPr>
            <a:spLocks noGrp="1"/>
          </p:cNvSpPr>
          <p:nvPr>
            <p:ph type="pic" idx="12"/>
          </p:nvPr>
        </p:nvSpPr>
        <p:spPr/>
      </p:sp>
      <p:sp>
        <p:nvSpPr>
          <p:cNvPr id="7" name="Рисунок 6">
            <a:extLst>
              <a:ext uri="{FF2B5EF4-FFF2-40B4-BE49-F238E27FC236}">
                <a16:creationId xmlns:a16="http://schemas.microsoft.com/office/drawing/2014/main" id="{7A99DF0A-B1CB-4398-AD44-089A8147444B}"/>
              </a:ext>
            </a:extLst>
          </p:cNvPr>
          <p:cNvSpPr>
            <a:spLocks noGrp="1"/>
          </p:cNvSpPr>
          <p:nvPr>
            <p:ph type="pic" idx="13"/>
          </p:nvPr>
        </p:nvSpPr>
        <p:spPr/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A3F51B22-6F55-490C-86C6-13BCF3A4A0D4}"/>
              </a:ext>
            </a:extLst>
          </p:cNvPr>
          <p:cNvSpPr>
            <a:spLocks noGrp="1"/>
          </p:cNvSpPr>
          <p:nvPr>
            <p:ph type="pic" idx="14"/>
          </p:nvPr>
        </p:nvSpPr>
        <p:spPr/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3E5AE4-E0DC-47F1-98F8-B28764E21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191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6213DA-236C-4F06-9308-9A09E6F64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067EF800-D617-416B-86F6-FE802008ED0E}"/>
              </a:ext>
            </a:extLst>
          </p:cNvPr>
          <p:cNvSpPr>
            <a:spLocks noGrp="1"/>
          </p:cNvSpPr>
          <p:nvPr>
            <p:ph type="pic" idx="12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629F17F0-228B-45F7-B16A-AF673FE6C81C}"/>
              </a:ext>
            </a:extLst>
          </p:cNvPr>
          <p:cNvSpPr>
            <a:spLocks noGrp="1"/>
          </p:cNvSpPr>
          <p:nvPr>
            <p:ph type="pic" idx="14"/>
          </p:nvPr>
        </p:nvSpPr>
        <p:spPr/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105E6D3-0728-483F-B6BD-B16977F06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05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54370E-D783-4E8A-B6B2-81697B421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6C6CFC94-4D44-424E-A3EA-7DF4D2E6B727}"/>
              </a:ext>
            </a:extLst>
          </p:cNvPr>
          <p:cNvSpPr>
            <a:spLocks noGrp="1"/>
          </p:cNvSpPr>
          <p:nvPr>
            <p:ph type="pic" idx="12"/>
          </p:nvPr>
        </p:nvSpPr>
        <p:spPr/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69100D06-2CFD-490D-89C8-B4431BA36A62}"/>
              </a:ext>
            </a:extLst>
          </p:cNvPr>
          <p:cNvSpPr>
            <a:spLocks noGrp="1"/>
          </p:cNvSpPr>
          <p:nvPr>
            <p:ph type="pic" idx="14"/>
          </p:nvPr>
        </p:nvSpPr>
        <p:spPr/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D9D9540-263D-4825-B57E-A338C4EA9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6936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625333999"/>
      </p:ext>
    </p:extLst>
  </p:cSld>
  <p:clrMapOvr>
    <a:masterClrMapping/>
  </p:clrMapOvr>
</p:sld>
</file>

<file path=ppt/theme/theme1.xml><?xml version="1.0" encoding="utf-8"?>
<a:theme xmlns:a="http://schemas.openxmlformats.org/drawingml/2006/main" name="1_Титцльный слайд">
  <a:themeElements>
    <a:clrScheme name="Другая 1">
      <a:dk1>
        <a:srgbClr val="000000"/>
      </a:dk1>
      <a:lt1>
        <a:srgbClr val="FFFFFF"/>
      </a:lt1>
      <a:dk2>
        <a:srgbClr val="BFBFBF"/>
      </a:dk2>
      <a:lt2>
        <a:srgbClr val="FFFFFF"/>
      </a:lt2>
      <a:accent1>
        <a:srgbClr val="6C2F85"/>
      </a:accent1>
      <a:accent2>
        <a:srgbClr val="FFEC00"/>
      </a:accent2>
      <a:accent3>
        <a:srgbClr val="BFBFBF"/>
      </a:accent3>
      <a:accent4>
        <a:srgbClr val="FFFFFF"/>
      </a:accent4>
      <a:accent5>
        <a:srgbClr val="6C2F85"/>
      </a:accent5>
      <a:accent6>
        <a:srgbClr val="FFEC00"/>
      </a:accent6>
      <a:hlink>
        <a:srgbClr val="6C2F85"/>
      </a:hlink>
      <a:folHlink>
        <a:srgbClr val="0C0C0C"/>
      </a:folHlink>
    </a:clrScheme>
    <a:fontScheme name="Другая 1">
      <a:majorFont>
        <a:latin typeface="Oks Free"/>
        <a:ea typeface=""/>
        <a:cs typeface=""/>
      </a:majorFont>
      <a:minorFont>
        <a:latin typeface="Century Gothic"/>
        <a:ea typeface=""/>
        <a:cs typeface=""/>
      </a:minorFont>
    </a:fontScheme>
    <a:fmtScheme name="Глянец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</TotalTime>
  <Words>3</Words>
  <Application>Microsoft Office PowerPoint</Application>
  <PresentationFormat>Широкоэкранный</PresentationFormat>
  <Paragraphs>1</Paragraphs>
  <Slides>13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Calibri</vt:lpstr>
      <vt:lpstr>Century Gothic</vt:lpstr>
      <vt:lpstr>Oks Free</vt:lpstr>
      <vt:lpstr>Pixeloid Sans</vt:lpstr>
      <vt:lpstr>1_Титцльный слайд</vt:lpstr>
      <vt:lpstr>CorelDRAW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piva bochka</cp:lastModifiedBy>
  <cp:revision>115</cp:revision>
  <dcterms:created xsi:type="dcterms:W3CDTF">2024-04-18T05:15:00Z</dcterms:created>
  <dcterms:modified xsi:type="dcterms:W3CDTF">2026-10-08T13:51:13Z</dcterms:modified>
</cp:coreProperties>
</file>